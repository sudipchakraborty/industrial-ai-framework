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  <p:sldId id="260" r:id="rId3"/>
    <p:sldId id="256" r:id="rId4"/>
    <p:sldId id="257" r:id="rId5"/>
    <p:sldId id="258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318" r:id="rId55"/>
    <p:sldId id="319" r:id="rId56"/>
    <p:sldId id="320" r:id="rId57"/>
    <p:sldId id="321" r:id="rId58"/>
    <p:sldId id="322" r:id="rId59"/>
    <p:sldId id="323" r:id="rId60"/>
    <p:sldId id="324" r:id="rId61"/>
    <p:sldId id="325" r:id="rId62"/>
    <p:sldId id="326" r:id="rId63"/>
    <p:sldId id="327" r:id="rId64"/>
    <p:sldId id="328" r:id="rId65"/>
    <p:sldId id="329" r:id="rId66"/>
    <p:sldId id="330" r:id="rId67"/>
    <p:sldId id="331" r:id="rId68"/>
    <p:sldId id="332" r:id="rId69"/>
    <p:sldId id="333" r:id="rId70"/>
    <p:sldId id="334" r:id="rId71"/>
    <p:sldId id="335" r:id="rId72"/>
    <p:sldId id="336" r:id="rId73"/>
    <p:sldId id="337" r:id="rId74"/>
    <p:sldId id="338" r:id="rId75"/>
    <p:sldId id="339" r:id="rId76"/>
    <p:sldId id="340" r:id="rId77"/>
    <p:sldId id="341" r:id="rId78"/>
    <p:sldId id="342" r:id="rId79"/>
    <p:sldId id="343" r:id="rId80"/>
    <p:sldId id="344" r:id="rId81"/>
    <p:sldId id="345" r:id="rId82"/>
    <p:sldId id="346" r:id="rId83"/>
    <p:sldId id="347" r:id="rId84"/>
    <p:sldId id="348" r:id="rId85"/>
    <p:sldId id="349" r:id="rId86"/>
    <p:sldId id="350" r:id="rId87"/>
    <p:sldId id="351" r:id="rId88"/>
    <p:sldId id="352" r:id="rId89"/>
    <p:sldId id="353" r:id="rId90"/>
    <p:sldId id="354" r:id="rId91"/>
    <p:sldId id="355" r:id="rId92"/>
    <p:sldId id="356" r:id="rId93"/>
    <p:sldId id="357" r:id="rId94"/>
    <p:sldId id="358" r:id="rId95"/>
    <p:sldId id="359" r:id="rId96"/>
    <p:sldId id="360" r:id="rId97"/>
    <p:sldId id="261" r:id="rId98"/>
    <p:sldId id="269" r:id="rId99"/>
    <p:sldId id="262" r:id="rId100"/>
    <p:sldId id="263" r:id="rId101"/>
    <p:sldId id="264" r:id="rId102"/>
    <p:sldId id="265" r:id="rId103"/>
    <p:sldId id="266" r:id="rId104"/>
    <p:sldId id="267" r:id="rId105"/>
    <p:sldId id="268" r:id="rId10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367F-02CA-4D72-9997-1F5FBE9D70F6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9190-A4A1-4EEC-BF76-AFEBA9FA2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206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367F-02CA-4D72-9997-1F5FBE9D70F6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9190-A4A1-4EEC-BF76-AFEBA9FA2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4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367F-02CA-4D72-9997-1F5FBE9D70F6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9190-A4A1-4EEC-BF76-AFEBA9FA2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79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367F-02CA-4D72-9997-1F5FBE9D70F6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9190-A4A1-4EEC-BF76-AFEBA9FA2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987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367F-02CA-4D72-9997-1F5FBE9D70F6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9190-A4A1-4EEC-BF76-AFEBA9FA2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285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367F-02CA-4D72-9997-1F5FBE9D70F6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9190-A4A1-4EEC-BF76-AFEBA9FA2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21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367F-02CA-4D72-9997-1F5FBE9D70F6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9190-A4A1-4EEC-BF76-AFEBA9FA2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47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367F-02CA-4D72-9997-1F5FBE9D70F6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9190-A4A1-4EEC-BF76-AFEBA9FA2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72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367F-02CA-4D72-9997-1F5FBE9D70F6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9190-A4A1-4EEC-BF76-AFEBA9FA2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290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367F-02CA-4D72-9997-1F5FBE9D70F6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9190-A4A1-4EEC-BF76-AFEBA9FA2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386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367F-02CA-4D72-9997-1F5FBE9D70F6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9190-A4A1-4EEC-BF76-AFEBA9FA2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078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D367F-02CA-4D72-9997-1F5FBE9D70F6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29190-A4A1-4EEC-BF76-AFEBA9FA2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295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3" Type="http://schemas.openxmlformats.org/officeDocument/2006/relationships/image" Target="../media/image159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2" Type="http://schemas.openxmlformats.org/officeDocument/2006/relationships/image" Target="../media/image158.png"/><Relationship Id="rId16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5" Type="http://schemas.openxmlformats.org/officeDocument/2006/relationships/image" Target="../media/image171.png"/><Relationship Id="rId10" Type="http://schemas.openxmlformats.org/officeDocument/2006/relationships/image" Target="../media/image166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4" Type="http://schemas.openxmlformats.org/officeDocument/2006/relationships/image" Target="../media/image18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2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9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5.png"/><Relationship Id="rId4" Type="http://schemas.openxmlformats.org/officeDocument/2006/relationships/image" Target="../media/image204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47E84-EA4D-7A2D-6092-370EC1C3F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A69F4B-FFA0-BE98-3755-C65C8847E189}"/>
              </a:ext>
            </a:extLst>
          </p:cNvPr>
          <p:cNvSpPr txBox="1"/>
          <p:nvPr/>
        </p:nvSpPr>
        <p:spPr>
          <a:xfrm>
            <a:off x="3033283" y="2990419"/>
            <a:ext cx="4242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Autonomous Industrial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5A6669-1D41-DC32-BEA3-224AF0AB62F0}"/>
              </a:ext>
            </a:extLst>
          </p:cNvPr>
          <p:cNvSpPr txBox="1"/>
          <p:nvPr/>
        </p:nvSpPr>
        <p:spPr>
          <a:xfrm>
            <a:off x="3969806" y="3853200"/>
            <a:ext cx="1809104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88" dirty="0"/>
              <a:t>Dr. Sudip Chakraborty</a:t>
            </a:r>
          </a:p>
        </p:txBody>
      </p:sp>
    </p:spTree>
    <p:extLst>
      <p:ext uri="{BB962C8B-B14F-4D97-AF65-F5344CB8AC3E}">
        <p14:creationId xmlns:p14="http://schemas.microsoft.com/office/powerpoint/2010/main" val="2116140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84DFC-F016-B95C-1B05-DDD98D903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FBC398-F278-2A14-0DB9-D3B464D312E3}"/>
              </a:ext>
            </a:extLst>
          </p:cNvPr>
          <p:cNvSpPr txBox="1"/>
          <p:nvPr/>
        </p:nvSpPr>
        <p:spPr>
          <a:xfrm>
            <a:off x="3608471" y="1065755"/>
            <a:ext cx="2222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Block Diagram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03F0A9-7782-2540-1DD4-F975578EF7AA}"/>
              </a:ext>
            </a:extLst>
          </p:cNvPr>
          <p:cNvSpPr/>
          <p:nvPr/>
        </p:nvSpPr>
        <p:spPr>
          <a:xfrm>
            <a:off x="934065" y="2663928"/>
            <a:ext cx="1703439" cy="140109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9B4D32-46A1-FB32-3A17-E1838412AE48}"/>
              </a:ext>
            </a:extLst>
          </p:cNvPr>
          <p:cNvSpPr/>
          <p:nvPr/>
        </p:nvSpPr>
        <p:spPr>
          <a:xfrm>
            <a:off x="6929284" y="1963381"/>
            <a:ext cx="1703439" cy="140109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64B8A6-5247-9798-6EFC-09E3593617B9}"/>
              </a:ext>
            </a:extLst>
          </p:cNvPr>
          <p:cNvSpPr/>
          <p:nvPr/>
        </p:nvSpPr>
        <p:spPr>
          <a:xfrm>
            <a:off x="3920613" y="3784806"/>
            <a:ext cx="1703439" cy="140109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</p:spTree>
    <p:extLst>
      <p:ext uri="{BB962C8B-B14F-4D97-AF65-F5344CB8AC3E}">
        <p14:creationId xmlns:p14="http://schemas.microsoft.com/office/powerpoint/2010/main" val="3671730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263BBA-4EF1-4F55-F941-70441405826E}"/>
              </a:ext>
            </a:extLst>
          </p:cNvPr>
          <p:cNvSpPr/>
          <p:nvPr/>
        </p:nvSpPr>
        <p:spPr>
          <a:xfrm>
            <a:off x="7459082" y="2664481"/>
            <a:ext cx="1364226" cy="523568"/>
          </a:xfrm>
          <a:prstGeom prst="roundRect">
            <a:avLst>
              <a:gd name="adj" fmla="val 2017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88" dirty="0">
                <a:solidFill>
                  <a:schemeClr val="accent1"/>
                </a:solidFill>
              </a:rPr>
              <a:t>Fault Agent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A5820E-4B19-5560-44CB-6ED5942E2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584" y="3415402"/>
            <a:ext cx="1797790" cy="40877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8EEE3A-B054-1D5D-6F49-BF12B5FF6F13}"/>
              </a:ext>
            </a:extLst>
          </p:cNvPr>
          <p:cNvCxnSpPr>
            <a:cxnSpLocks/>
            <a:stCxn id="29" idx="2"/>
            <a:endCxn id="6" idx="0"/>
          </p:cNvCxnSpPr>
          <p:nvPr/>
        </p:nvCxnSpPr>
        <p:spPr>
          <a:xfrm>
            <a:off x="5134249" y="3006841"/>
            <a:ext cx="8231" cy="4085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E74C5A4-BFCB-4F7D-B852-B3EA0E2E8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580" y="2963500"/>
            <a:ext cx="959794" cy="31079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682346-2AFB-74A8-A30E-12BE267083CA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923306" y="2926264"/>
            <a:ext cx="15357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8141E2D3-910A-B612-FC3F-908224640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645" y="5095027"/>
            <a:ext cx="1500398" cy="469298"/>
          </a:xfrm>
          <a:prstGeom prst="rect">
            <a:avLst/>
          </a:prstGeom>
        </p:spPr>
      </p:pic>
      <p:sp>
        <p:nvSpPr>
          <p:cNvPr id="16" name="Cloud 15">
            <a:extLst>
              <a:ext uri="{FF2B5EF4-FFF2-40B4-BE49-F238E27FC236}">
                <a16:creationId xmlns:a16="http://schemas.microsoft.com/office/drawing/2014/main" id="{5D31732F-9D13-9AAF-B469-ED1EADA4CB91}"/>
              </a:ext>
            </a:extLst>
          </p:cNvPr>
          <p:cNvSpPr/>
          <p:nvPr/>
        </p:nvSpPr>
        <p:spPr>
          <a:xfrm>
            <a:off x="3420596" y="2006037"/>
            <a:ext cx="783823" cy="310206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25" dirty="0"/>
              <a:t>MQTT Broker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D901F7-7DDB-9B37-CB52-0AAAAE042E9D}"/>
              </a:ext>
            </a:extLst>
          </p:cNvPr>
          <p:cNvCxnSpPr>
            <a:cxnSpLocks/>
            <a:stCxn id="102" idx="0"/>
            <a:endCxn id="16" idx="2"/>
          </p:cNvCxnSpPr>
          <p:nvPr/>
        </p:nvCxnSpPr>
        <p:spPr>
          <a:xfrm flipV="1">
            <a:off x="2059999" y="2161140"/>
            <a:ext cx="1363030" cy="1741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7485B0A-C329-AAFC-6A40-408A4E9ECDD3}"/>
              </a:ext>
            </a:extLst>
          </p:cNvPr>
          <p:cNvSpPr/>
          <p:nvPr/>
        </p:nvSpPr>
        <p:spPr>
          <a:xfrm>
            <a:off x="5261730" y="4199102"/>
            <a:ext cx="1364226" cy="523568"/>
          </a:xfrm>
          <a:prstGeom prst="roundRect">
            <a:avLst>
              <a:gd name="adj" fmla="val 2017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88" dirty="0">
                <a:solidFill>
                  <a:schemeClr val="accent1"/>
                </a:solidFill>
              </a:rPr>
              <a:t>MQTT Publisher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87CD9AE-B7E5-C06E-0857-3BEDA4BEFAEA}"/>
              </a:ext>
            </a:extLst>
          </p:cNvPr>
          <p:cNvCxnSpPr>
            <a:stCxn id="15" idx="0"/>
            <a:endCxn id="21" idx="2"/>
          </p:cNvCxnSpPr>
          <p:nvPr/>
        </p:nvCxnSpPr>
        <p:spPr>
          <a:xfrm flipV="1">
            <a:off x="5943843" y="4722670"/>
            <a:ext cx="0" cy="372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49A88BC-52CA-22C5-1B8D-6CD592246D5D}"/>
              </a:ext>
            </a:extLst>
          </p:cNvPr>
          <p:cNvSpPr/>
          <p:nvPr/>
        </p:nvSpPr>
        <p:spPr>
          <a:xfrm>
            <a:off x="4384051" y="2581561"/>
            <a:ext cx="1500396" cy="425281"/>
          </a:xfrm>
          <a:prstGeom prst="roundRect">
            <a:avLst>
              <a:gd name="adj" fmla="val 2017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88" dirty="0">
                <a:solidFill>
                  <a:schemeClr val="accent1"/>
                </a:solidFill>
              </a:rPr>
              <a:t>MQTT Subscriber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20D69C0-7B63-FB02-C748-724AA15528CA}"/>
              </a:ext>
            </a:extLst>
          </p:cNvPr>
          <p:cNvCxnSpPr>
            <a:cxnSpLocks/>
            <a:stCxn id="16" idx="0"/>
            <a:endCxn id="29" idx="0"/>
          </p:cNvCxnSpPr>
          <p:nvPr/>
        </p:nvCxnSpPr>
        <p:spPr>
          <a:xfrm>
            <a:off x="4203767" y="2161140"/>
            <a:ext cx="930482" cy="420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C64025B-4638-E0CC-8856-146D0641AA08}"/>
              </a:ext>
            </a:extLst>
          </p:cNvPr>
          <p:cNvSpPr txBox="1"/>
          <p:nvPr/>
        </p:nvSpPr>
        <p:spPr>
          <a:xfrm>
            <a:off x="4682452" y="2845102"/>
            <a:ext cx="1052213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50" dirty="0">
                <a:solidFill>
                  <a:srgbClr val="C00000"/>
                </a:solidFill>
              </a:rPr>
              <a:t>mqtt_subscriber.py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2A8B27-E7E5-0304-5649-FFFDAFD2E2FD}"/>
              </a:ext>
            </a:extLst>
          </p:cNvPr>
          <p:cNvSpPr txBox="1"/>
          <p:nvPr/>
        </p:nvSpPr>
        <p:spPr>
          <a:xfrm>
            <a:off x="5484675" y="4518280"/>
            <a:ext cx="120936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50" dirty="0">
                <a:solidFill>
                  <a:srgbClr val="C00000"/>
                </a:solidFill>
              </a:rPr>
              <a:t>mqtt_publisher.py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73CF907-B9BD-8870-8F5F-5EE49984A781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5884447" y="2794201"/>
            <a:ext cx="15610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E11A05A6-E911-A70C-6D86-7CB95669C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580" y="2532417"/>
            <a:ext cx="960699" cy="218442"/>
          </a:xfrm>
          <a:prstGeom prst="rect">
            <a:avLst/>
          </a:prstGeom>
        </p:spPr>
      </p:pic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5AB9445-CA04-4F06-3C65-5C41E2F88337}"/>
              </a:ext>
            </a:extLst>
          </p:cNvPr>
          <p:cNvSpPr/>
          <p:nvPr/>
        </p:nvSpPr>
        <p:spPr>
          <a:xfrm>
            <a:off x="7894850" y="1435050"/>
            <a:ext cx="1301545" cy="469296"/>
          </a:xfrm>
          <a:prstGeom prst="roundRect">
            <a:avLst>
              <a:gd name="adj" fmla="val 2017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88" dirty="0">
                <a:solidFill>
                  <a:schemeClr val="accent1"/>
                </a:solidFill>
              </a:rPr>
              <a:t>Dashboard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41A9289-3440-8DFC-75F4-3D5CD8806692}"/>
              </a:ext>
            </a:extLst>
          </p:cNvPr>
          <p:cNvSpPr/>
          <p:nvPr/>
        </p:nvSpPr>
        <p:spPr>
          <a:xfrm>
            <a:off x="5695872" y="1491643"/>
            <a:ext cx="1179417" cy="346644"/>
          </a:xfrm>
          <a:prstGeom prst="roundRect">
            <a:avLst>
              <a:gd name="adj" fmla="val 2017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88" dirty="0">
                <a:solidFill>
                  <a:schemeClr val="accent1"/>
                </a:solidFill>
              </a:rPr>
              <a:t>Shared Data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8B72ADD-2CCA-2892-C476-11F0B791B293}"/>
              </a:ext>
            </a:extLst>
          </p:cNvPr>
          <p:cNvCxnSpPr>
            <a:cxnSpLocks/>
            <a:stCxn id="29" idx="3"/>
            <a:endCxn id="71" idx="2"/>
          </p:cNvCxnSpPr>
          <p:nvPr/>
        </p:nvCxnSpPr>
        <p:spPr>
          <a:xfrm flipV="1">
            <a:off x="5884447" y="1838287"/>
            <a:ext cx="401134" cy="955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65BCA80-5F50-4CE3-2A26-19A1083FC51D}"/>
              </a:ext>
            </a:extLst>
          </p:cNvPr>
          <p:cNvCxnSpPr>
            <a:stCxn id="71" idx="3"/>
            <a:endCxn id="70" idx="1"/>
          </p:cNvCxnSpPr>
          <p:nvPr/>
        </p:nvCxnSpPr>
        <p:spPr>
          <a:xfrm>
            <a:off x="6875288" y="1664964"/>
            <a:ext cx="1019561" cy="4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EE5FA79-B456-2A6E-EDE1-4A4DE9C4B72C}"/>
              </a:ext>
            </a:extLst>
          </p:cNvPr>
          <p:cNvSpPr txBox="1"/>
          <p:nvPr/>
        </p:nvSpPr>
        <p:spPr>
          <a:xfrm>
            <a:off x="585051" y="927301"/>
            <a:ext cx="2199936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88" b="1" dirty="0">
                <a:solidFill>
                  <a:schemeClr val="accent4"/>
                </a:solidFill>
              </a:rPr>
              <a:t>Autonomous Industrial AI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E9DDA56-A116-21D3-20DE-137252F56F92}"/>
              </a:ext>
            </a:extLst>
          </p:cNvPr>
          <p:cNvSpPr/>
          <p:nvPr/>
        </p:nvSpPr>
        <p:spPr>
          <a:xfrm>
            <a:off x="510952" y="3822199"/>
            <a:ext cx="1934824" cy="1567169"/>
          </a:xfrm>
          <a:prstGeom prst="roundRect">
            <a:avLst>
              <a:gd name="adj" fmla="val 864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5E560BD-A9BA-1257-F546-2380F38A8F46}"/>
              </a:ext>
            </a:extLst>
          </p:cNvPr>
          <p:cNvSpPr txBox="1"/>
          <p:nvPr/>
        </p:nvSpPr>
        <p:spPr>
          <a:xfrm>
            <a:off x="657022" y="3783633"/>
            <a:ext cx="5953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Factory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3EBC6863-32EC-D1CA-395B-7921C3F9148E}"/>
              </a:ext>
            </a:extLst>
          </p:cNvPr>
          <p:cNvSpPr/>
          <p:nvPr/>
        </p:nvSpPr>
        <p:spPr>
          <a:xfrm>
            <a:off x="619529" y="4975235"/>
            <a:ext cx="283730" cy="155007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tx1"/>
                </a:solidFill>
              </a:rPr>
              <a:t>M1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3B0ACD98-E234-674E-F02F-F7E133100271}"/>
              </a:ext>
            </a:extLst>
          </p:cNvPr>
          <p:cNvSpPr/>
          <p:nvPr/>
        </p:nvSpPr>
        <p:spPr>
          <a:xfrm>
            <a:off x="968789" y="4974931"/>
            <a:ext cx="283731" cy="155007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tx1"/>
                </a:solidFill>
              </a:rPr>
              <a:t>M2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17E80C7-8559-0E8F-B74B-21D1A057A8D2}"/>
              </a:ext>
            </a:extLst>
          </p:cNvPr>
          <p:cNvSpPr/>
          <p:nvPr/>
        </p:nvSpPr>
        <p:spPr>
          <a:xfrm>
            <a:off x="1318050" y="4972877"/>
            <a:ext cx="283730" cy="155007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tx1"/>
                </a:solidFill>
              </a:rPr>
              <a:t>M3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D447B5F-A73A-3A04-17FB-F864169CFBAC}"/>
              </a:ext>
            </a:extLst>
          </p:cNvPr>
          <p:cNvCxnSpPr/>
          <p:nvPr/>
        </p:nvCxnSpPr>
        <p:spPr>
          <a:xfrm>
            <a:off x="613863" y="4469083"/>
            <a:ext cx="11588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7E6B4E5-0A9F-413D-A7AD-F3700B377D2A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761394" y="4801981"/>
            <a:ext cx="1" cy="1732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2AAF253-375A-BC88-F2AB-CE927C8DC7A5}"/>
              </a:ext>
            </a:extLst>
          </p:cNvPr>
          <p:cNvCxnSpPr>
            <a:cxnSpLocks/>
          </p:cNvCxnSpPr>
          <p:nvPr/>
        </p:nvCxnSpPr>
        <p:spPr>
          <a:xfrm flipH="1" flipV="1">
            <a:off x="1110654" y="4801981"/>
            <a:ext cx="1" cy="1732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5134739-0646-62D5-618F-37DC5481D70E}"/>
              </a:ext>
            </a:extLst>
          </p:cNvPr>
          <p:cNvCxnSpPr>
            <a:cxnSpLocks/>
          </p:cNvCxnSpPr>
          <p:nvPr/>
        </p:nvCxnSpPr>
        <p:spPr>
          <a:xfrm flipH="1" flipV="1">
            <a:off x="1442124" y="4801981"/>
            <a:ext cx="1" cy="1732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3AB84A27-8972-0AC1-D513-3859B5714B2D}"/>
              </a:ext>
            </a:extLst>
          </p:cNvPr>
          <p:cNvSpPr/>
          <p:nvPr/>
        </p:nvSpPr>
        <p:spPr>
          <a:xfrm>
            <a:off x="614126" y="4648326"/>
            <a:ext cx="283730" cy="155007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tx1"/>
                </a:solidFill>
              </a:rPr>
              <a:t>N1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6EA3A51-AAC1-3286-CFD9-390E2CEA4D69}"/>
              </a:ext>
            </a:extLst>
          </p:cNvPr>
          <p:cNvSpPr/>
          <p:nvPr/>
        </p:nvSpPr>
        <p:spPr>
          <a:xfrm>
            <a:off x="968789" y="4642589"/>
            <a:ext cx="283730" cy="155007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tx1"/>
                </a:solidFill>
              </a:rPr>
              <a:t>N2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E3D3E9C5-51C9-D127-3C54-2CECD97FD071}"/>
              </a:ext>
            </a:extLst>
          </p:cNvPr>
          <p:cNvSpPr/>
          <p:nvPr/>
        </p:nvSpPr>
        <p:spPr>
          <a:xfrm>
            <a:off x="1300259" y="4642589"/>
            <a:ext cx="283730" cy="155007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tx1"/>
                </a:solidFill>
              </a:rPr>
              <a:t>N3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E56BF6D-9407-D3BC-B566-27C49B49CC25}"/>
              </a:ext>
            </a:extLst>
          </p:cNvPr>
          <p:cNvCxnSpPr>
            <a:cxnSpLocks/>
          </p:cNvCxnSpPr>
          <p:nvPr/>
        </p:nvCxnSpPr>
        <p:spPr>
          <a:xfrm flipH="1" flipV="1">
            <a:off x="755990" y="4470634"/>
            <a:ext cx="1" cy="1732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EAA363E-4E28-140A-B934-F64767F767F5}"/>
              </a:ext>
            </a:extLst>
          </p:cNvPr>
          <p:cNvCxnSpPr>
            <a:cxnSpLocks/>
          </p:cNvCxnSpPr>
          <p:nvPr/>
        </p:nvCxnSpPr>
        <p:spPr>
          <a:xfrm flipH="1" flipV="1">
            <a:off x="1105192" y="4474024"/>
            <a:ext cx="1" cy="1732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65EAB6C-FAD9-D392-5607-BE1D7213E883}"/>
              </a:ext>
            </a:extLst>
          </p:cNvPr>
          <p:cNvCxnSpPr>
            <a:cxnSpLocks/>
          </p:cNvCxnSpPr>
          <p:nvPr/>
        </p:nvCxnSpPr>
        <p:spPr>
          <a:xfrm flipH="1" flipV="1">
            <a:off x="1442123" y="4467307"/>
            <a:ext cx="1" cy="1732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2A3603B9-9971-796C-942A-661D47597026}"/>
              </a:ext>
            </a:extLst>
          </p:cNvPr>
          <p:cNvSpPr/>
          <p:nvPr/>
        </p:nvSpPr>
        <p:spPr>
          <a:xfrm>
            <a:off x="1767232" y="4389548"/>
            <a:ext cx="585535" cy="164383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tx1"/>
                </a:solidFill>
              </a:rPr>
              <a:t>Edge Server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69F201E3-3529-0776-2801-B41F525A8FA1}"/>
              </a:ext>
            </a:extLst>
          </p:cNvPr>
          <p:cNvSpPr/>
          <p:nvPr/>
        </p:nvSpPr>
        <p:spPr>
          <a:xfrm>
            <a:off x="1804377" y="3902775"/>
            <a:ext cx="511241" cy="301883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tx1"/>
                </a:solidFill>
              </a:rPr>
              <a:t>MQTT Publisher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9D379F9A-DD30-E353-928C-48BB845F6FFE}"/>
              </a:ext>
            </a:extLst>
          </p:cNvPr>
          <p:cNvCxnSpPr>
            <a:cxnSpLocks/>
          </p:cNvCxnSpPr>
          <p:nvPr/>
        </p:nvCxnSpPr>
        <p:spPr>
          <a:xfrm flipH="1" flipV="1">
            <a:off x="2059998" y="4198834"/>
            <a:ext cx="1" cy="1732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BB6B5A0-D4DD-A91D-5062-2FAC3E48296F}"/>
              </a:ext>
            </a:extLst>
          </p:cNvPr>
          <p:cNvSpPr/>
          <p:nvPr/>
        </p:nvSpPr>
        <p:spPr>
          <a:xfrm>
            <a:off x="2990043" y="4141378"/>
            <a:ext cx="488487" cy="230711"/>
          </a:xfrm>
          <a:prstGeom prst="roundRect">
            <a:avLst>
              <a:gd name="adj" fmla="val 20176"/>
            </a:avLst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accent1"/>
                </a:solidFill>
              </a:rPr>
              <a:t>Vision Agent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6D6DDAFF-202C-9BA3-FFDC-32E2FA19ED57}"/>
              </a:ext>
            </a:extLst>
          </p:cNvPr>
          <p:cNvSpPr/>
          <p:nvPr/>
        </p:nvSpPr>
        <p:spPr>
          <a:xfrm>
            <a:off x="2990043" y="4398102"/>
            <a:ext cx="488487" cy="230711"/>
          </a:xfrm>
          <a:prstGeom prst="roundRect">
            <a:avLst>
              <a:gd name="adj" fmla="val 20176"/>
            </a:avLst>
          </a:prstGeom>
          <a:solidFill>
            <a:schemeClr val="accent2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accent1"/>
                </a:solidFill>
              </a:rPr>
              <a:t>Voice Agent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989C2DDB-EFE6-50A2-9531-6A80A7F2490C}"/>
              </a:ext>
            </a:extLst>
          </p:cNvPr>
          <p:cNvSpPr/>
          <p:nvPr/>
        </p:nvSpPr>
        <p:spPr>
          <a:xfrm>
            <a:off x="3983299" y="4252118"/>
            <a:ext cx="783823" cy="376023"/>
          </a:xfrm>
          <a:prstGeom prst="roundRect">
            <a:avLst>
              <a:gd name="adj" fmla="val 20176"/>
            </a:avLst>
          </a:prstGeom>
          <a:solidFill>
            <a:schemeClr val="accent4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accent1"/>
                </a:solidFill>
              </a:rPr>
              <a:t>Supervisor</a:t>
            </a:r>
          </a:p>
          <a:p>
            <a:pPr algn="ctr"/>
            <a:r>
              <a:rPr lang="en-IN" sz="600" dirty="0">
                <a:solidFill>
                  <a:schemeClr val="accent1"/>
                </a:solidFill>
              </a:rPr>
              <a:t>Agent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6CF823D9-187C-0581-BC26-8ADB3DD9481D}"/>
              </a:ext>
            </a:extLst>
          </p:cNvPr>
          <p:cNvSpPr/>
          <p:nvPr/>
        </p:nvSpPr>
        <p:spPr>
          <a:xfrm>
            <a:off x="613862" y="2285539"/>
            <a:ext cx="1139764" cy="1236611"/>
          </a:xfrm>
          <a:prstGeom prst="roundRect">
            <a:avLst>
              <a:gd name="adj" fmla="val 864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33F39E0-8E29-C3F4-6F36-95457D43F3A0}"/>
              </a:ext>
            </a:extLst>
          </p:cNvPr>
          <p:cNvSpPr txBox="1"/>
          <p:nvPr/>
        </p:nvSpPr>
        <p:spPr>
          <a:xfrm>
            <a:off x="607334" y="1975171"/>
            <a:ext cx="113976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Operational Data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34FC066A-5291-33A8-569E-AE0AB673349B}"/>
              </a:ext>
            </a:extLst>
          </p:cNvPr>
          <p:cNvSpPr/>
          <p:nvPr/>
        </p:nvSpPr>
        <p:spPr>
          <a:xfrm>
            <a:off x="755989" y="2374476"/>
            <a:ext cx="488487" cy="230711"/>
          </a:xfrm>
          <a:prstGeom prst="roundRect">
            <a:avLst>
              <a:gd name="adj" fmla="val 20176"/>
            </a:avLst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accent1"/>
                </a:solidFill>
              </a:rPr>
              <a:t>PDF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DE6F1037-AF3B-6E39-FD8C-15DFB9185CC5}"/>
              </a:ext>
            </a:extLst>
          </p:cNvPr>
          <p:cNvSpPr/>
          <p:nvPr/>
        </p:nvSpPr>
        <p:spPr>
          <a:xfrm>
            <a:off x="755989" y="2650433"/>
            <a:ext cx="488487" cy="230711"/>
          </a:xfrm>
          <a:prstGeom prst="roundRect">
            <a:avLst>
              <a:gd name="adj" fmla="val 20176"/>
            </a:avLst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accent1"/>
                </a:solidFill>
              </a:rPr>
              <a:t>Excel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28AB1AAA-28BC-CBB4-D489-137856FB8BF4}"/>
              </a:ext>
            </a:extLst>
          </p:cNvPr>
          <p:cNvSpPr/>
          <p:nvPr/>
        </p:nvSpPr>
        <p:spPr>
          <a:xfrm>
            <a:off x="763879" y="2934353"/>
            <a:ext cx="488487" cy="230711"/>
          </a:xfrm>
          <a:prstGeom prst="roundRect">
            <a:avLst>
              <a:gd name="adj" fmla="val 20176"/>
            </a:avLst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accent1"/>
                </a:solidFill>
              </a:rPr>
              <a:t>Email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3201FECD-AEE9-2C98-A07C-FA18CB861D88}"/>
              </a:ext>
            </a:extLst>
          </p:cNvPr>
          <p:cNvSpPr/>
          <p:nvPr/>
        </p:nvSpPr>
        <p:spPr>
          <a:xfrm>
            <a:off x="763879" y="3218273"/>
            <a:ext cx="488487" cy="230711"/>
          </a:xfrm>
          <a:prstGeom prst="roundRect">
            <a:avLst>
              <a:gd name="adj" fmla="val 20176"/>
            </a:avLst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accent1"/>
                </a:solidFill>
              </a:rPr>
              <a:t>Database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A735E066-4C3F-D7EE-A342-F2A399A61B63}"/>
              </a:ext>
            </a:extLst>
          </p:cNvPr>
          <p:cNvSpPr/>
          <p:nvPr/>
        </p:nvSpPr>
        <p:spPr>
          <a:xfrm>
            <a:off x="1291226" y="2674051"/>
            <a:ext cx="783823" cy="376023"/>
          </a:xfrm>
          <a:prstGeom prst="roundRect">
            <a:avLst>
              <a:gd name="adj" fmla="val 20176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accent1"/>
                </a:solidFill>
              </a:rPr>
              <a:t>Content Read Agent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D5110CB7-408B-766F-091D-221EAF58B32F}"/>
              </a:ext>
            </a:extLst>
          </p:cNvPr>
          <p:cNvSpPr/>
          <p:nvPr/>
        </p:nvSpPr>
        <p:spPr>
          <a:xfrm>
            <a:off x="3420596" y="1418664"/>
            <a:ext cx="701970" cy="373405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88" dirty="0"/>
              <a:t>VPS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5F095DAB-A62E-0114-E7C1-79DF4851C3A5}"/>
              </a:ext>
            </a:extLst>
          </p:cNvPr>
          <p:cNvCxnSpPr>
            <a:stCxn id="116" idx="3"/>
            <a:endCxn id="128" idx="2"/>
          </p:cNvCxnSpPr>
          <p:nvPr/>
        </p:nvCxnSpPr>
        <p:spPr>
          <a:xfrm flipV="1">
            <a:off x="2075049" y="1605367"/>
            <a:ext cx="1347725" cy="12566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4F048C20-6300-E3AE-24D9-4FF924A30495}"/>
              </a:ext>
            </a:extLst>
          </p:cNvPr>
          <p:cNvSpPr/>
          <p:nvPr/>
        </p:nvSpPr>
        <p:spPr>
          <a:xfrm>
            <a:off x="7215187" y="3822199"/>
            <a:ext cx="1934824" cy="1567169"/>
          </a:xfrm>
          <a:prstGeom prst="roundRect">
            <a:avLst>
              <a:gd name="adj" fmla="val 864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</p:spTree>
    <p:extLst>
      <p:ext uri="{BB962C8B-B14F-4D97-AF65-F5344CB8AC3E}">
        <p14:creationId xmlns:p14="http://schemas.microsoft.com/office/powerpoint/2010/main" val="2277464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0BC08-1F55-EF0C-CFC4-35CD8DBB28B5}"/>
              </a:ext>
            </a:extLst>
          </p:cNvPr>
          <p:cNvSpPr txBox="1"/>
          <p:nvPr/>
        </p:nvSpPr>
        <p:spPr>
          <a:xfrm>
            <a:off x="4466303" y="200948"/>
            <a:ext cx="973393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88" dirty="0"/>
              <a:t>AGENT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B6BD62-A6EE-BFC2-D5A0-55D6D1449655}"/>
              </a:ext>
            </a:extLst>
          </p:cNvPr>
          <p:cNvSpPr/>
          <p:nvPr/>
        </p:nvSpPr>
        <p:spPr>
          <a:xfrm>
            <a:off x="1979514" y="2446241"/>
            <a:ext cx="1165650" cy="491380"/>
          </a:xfrm>
          <a:prstGeom prst="roundRect">
            <a:avLst>
              <a:gd name="adj" fmla="val 20176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Vision Agent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9F5B01-0B44-2C3C-EF7F-1F3A821CA59D}"/>
              </a:ext>
            </a:extLst>
          </p:cNvPr>
          <p:cNvSpPr/>
          <p:nvPr/>
        </p:nvSpPr>
        <p:spPr>
          <a:xfrm>
            <a:off x="1979514" y="3036882"/>
            <a:ext cx="1165650" cy="491380"/>
          </a:xfrm>
          <a:prstGeom prst="roundRect">
            <a:avLst>
              <a:gd name="adj" fmla="val 20176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Voice Agent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51ADA7-9F6B-3EFC-D29D-2188C49EE891}"/>
              </a:ext>
            </a:extLst>
          </p:cNvPr>
          <p:cNvSpPr/>
          <p:nvPr/>
        </p:nvSpPr>
        <p:spPr>
          <a:xfrm>
            <a:off x="1979513" y="4104902"/>
            <a:ext cx="1165649" cy="382191"/>
          </a:xfrm>
          <a:prstGeom prst="roundRect">
            <a:avLst>
              <a:gd name="adj" fmla="val 20176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Supervisor</a:t>
            </a:r>
          </a:p>
          <a:p>
            <a:pPr algn="ctr"/>
            <a:r>
              <a:rPr lang="en-IN" sz="1050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5154C0-28B2-0E42-D4FD-4100F3EF3681}"/>
              </a:ext>
            </a:extLst>
          </p:cNvPr>
          <p:cNvSpPr/>
          <p:nvPr/>
        </p:nvSpPr>
        <p:spPr>
          <a:xfrm>
            <a:off x="1979514" y="3634567"/>
            <a:ext cx="1165649" cy="364028"/>
          </a:xfrm>
          <a:prstGeom prst="roundRect">
            <a:avLst>
              <a:gd name="adj" fmla="val 20176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Sensor</a:t>
            </a:r>
          </a:p>
          <a:p>
            <a:pPr algn="ctr"/>
            <a:r>
              <a:rPr lang="en-IN" sz="1050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5333D2-F9FA-DBC7-B434-8E2B169F7321}"/>
              </a:ext>
            </a:extLst>
          </p:cNvPr>
          <p:cNvSpPr/>
          <p:nvPr/>
        </p:nvSpPr>
        <p:spPr>
          <a:xfrm>
            <a:off x="1979513" y="4571154"/>
            <a:ext cx="1165649" cy="382191"/>
          </a:xfrm>
          <a:prstGeom prst="roundRect">
            <a:avLst>
              <a:gd name="adj" fmla="val 20176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Edge Server</a:t>
            </a:r>
          </a:p>
          <a:p>
            <a:pPr algn="ctr"/>
            <a:r>
              <a:rPr lang="en-IN" sz="1050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C5A10EC-20B2-5EEE-5C17-C21E51E6ED6B}"/>
              </a:ext>
            </a:extLst>
          </p:cNvPr>
          <p:cNvSpPr/>
          <p:nvPr/>
        </p:nvSpPr>
        <p:spPr>
          <a:xfrm>
            <a:off x="1979514" y="1812207"/>
            <a:ext cx="1165650" cy="474641"/>
          </a:xfrm>
          <a:prstGeom prst="roundRect">
            <a:avLst>
              <a:gd name="adj" fmla="val 20176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Communication</a:t>
            </a:r>
          </a:p>
          <a:p>
            <a:pPr algn="ctr"/>
            <a:r>
              <a:rPr lang="en-IN" sz="1050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5BAA10-9C0B-41F1-F811-CAC4448581F1}"/>
              </a:ext>
            </a:extLst>
          </p:cNvPr>
          <p:cNvSpPr/>
          <p:nvPr/>
        </p:nvSpPr>
        <p:spPr>
          <a:xfrm>
            <a:off x="7142402" y="2110862"/>
            <a:ext cx="973394" cy="474641"/>
          </a:xfrm>
          <a:prstGeom prst="roundRect">
            <a:avLst>
              <a:gd name="adj" fmla="val 20176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Chat Interface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DF5AE05-5E29-4ED8-2CA5-A2CC260F23DC}"/>
              </a:ext>
            </a:extLst>
          </p:cNvPr>
          <p:cNvSpPr/>
          <p:nvPr/>
        </p:nvSpPr>
        <p:spPr>
          <a:xfrm>
            <a:off x="4729877" y="2937561"/>
            <a:ext cx="973394" cy="576970"/>
          </a:xfrm>
          <a:prstGeom prst="roundRect">
            <a:avLst>
              <a:gd name="adj" fmla="val 20176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Digital Twin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3EA2CB-3576-C847-AC1C-57D0C7E53AAC}"/>
              </a:ext>
            </a:extLst>
          </p:cNvPr>
          <p:cNvSpPr/>
          <p:nvPr/>
        </p:nvSpPr>
        <p:spPr>
          <a:xfrm>
            <a:off x="4729877" y="3634568"/>
            <a:ext cx="973394" cy="576970"/>
          </a:xfrm>
          <a:prstGeom prst="roundRect">
            <a:avLst>
              <a:gd name="adj" fmla="val 20176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Edge AI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214620E-41A9-002B-3A70-954D5B296F1E}"/>
              </a:ext>
            </a:extLst>
          </p:cNvPr>
          <p:cNvSpPr/>
          <p:nvPr/>
        </p:nvSpPr>
        <p:spPr>
          <a:xfrm>
            <a:off x="1979514" y="5037406"/>
            <a:ext cx="1165648" cy="576970"/>
          </a:xfrm>
          <a:prstGeom prst="roundRect">
            <a:avLst>
              <a:gd name="adj" fmla="val 20176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Maintenance</a:t>
            </a:r>
          </a:p>
          <a:p>
            <a:pPr algn="ctr"/>
            <a:r>
              <a:rPr lang="en-IN" sz="1050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7F4EB72-EC89-2727-B6B1-74D27C5EC020}"/>
              </a:ext>
            </a:extLst>
          </p:cNvPr>
          <p:cNvSpPr/>
          <p:nvPr/>
        </p:nvSpPr>
        <p:spPr>
          <a:xfrm>
            <a:off x="3625646" y="4664860"/>
            <a:ext cx="973394" cy="576970"/>
          </a:xfrm>
          <a:prstGeom prst="roundRect">
            <a:avLst>
              <a:gd name="adj" fmla="val 20176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Control Agent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5BDD6B9-F688-8D18-B409-9013A5FAA5A8}"/>
              </a:ext>
            </a:extLst>
          </p:cNvPr>
          <p:cNvSpPr/>
          <p:nvPr/>
        </p:nvSpPr>
        <p:spPr>
          <a:xfrm>
            <a:off x="4715129" y="4633286"/>
            <a:ext cx="973394" cy="576970"/>
          </a:xfrm>
          <a:prstGeom prst="roundRect">
            <a:avLst>
              <a:gd name="adj" fmla="val 20176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Sensor Agent</a:t>
            </a:r>
          </a:p>
        </p:txBody>
      </p:sp>
    </p:spTree>
    <p:extLst>
      <p:ext uri="{BB962C8B-B14F-4D97-AF65-F5344CB8AC3E}">
        <p14:creationId xmlns:p14="http://schemas.microsoft.com/office/powerpoint/2010/main" val="752237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BF27FC-59DB-D317-C4F9-0E8B3D91D449}"/>
              </a:ext>
            </a:extLst>
          </p:cNvPr>
          <p:cNvSpPr txBox="1"/>
          <p:nvPr/>
        </p:nvSpPr>
        <p:spPr>
          <a:xfrm>
            <a:off x="0" y="0"/>
            <a:ext cx="9906000" cy="3366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588" dirty="0"/>
              <a:t>User Query Routing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05B4AD-D485-03B6-F62F-C5D016965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72" y="1357023"/>
            <a:ext cx="2600688" cy="41439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00FBAE0-F86D-F7C0-5AB0-840D6CF66738}"/>
              </a:ext>
            </a:extLst>
          </p:cNvPr>
          <p:cNvSpPr/>
          <p:nvPr/>
        </p:nvSpPr>
        <p:spPr>
          <a:xfrm>
            <a:off x="6204155" y="1818968"/>
            <a:ext cx="2487561" cy="2261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5BC302-65FD-BA29-270F-6CC9368A2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77" y="825343"/>
            <a:ext cx="2601660" cy="513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926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D64412-9706-26E2-7C8C-4A2C28345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63" y="676111"/>
            <a:ext cx="6017112" cy="529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154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BAD6F1-28D5-90E2-B0ED-5F40D4AC7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99" y="823549"/>
            <a:ext cx="7887801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692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0B8C2-C2F0-311E-35D1-A8C35B0FA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E8A766-9134-C356-9E6C-0330F42EE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309" y="309716"/>
            <a:ext cx="6851360" cy="623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43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194E2-7890-538B-D3DA-761F64811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32EA0B-09BE-F3CD-3720-EE13BB85F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78" y="799733"/>
            <a:ext cx="7830643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74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D7902-30C7-0D9E-D574-73EC6760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9C49D7-E5B4-657A-0072-15689F9A2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942" y="390101"/>
            <a:ext cx="6554115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054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625B9-EA00-F00B-73FC-95BA389D3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C16070-B542-229B-56D2-B6DBB7E92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14" y="1018838"/>
            <a:ext cx="9469171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35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6303B-F1B3-FAF8-DCF3-FF3DF8C36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DD382E-DAAC-E776-C0E8-CDED4D8FD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25" y="1919077"/>
            <a:ext cx="9497750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0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84E71-6051-FD90-5FC9-6F13EDD0D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443227-1D7F-CB34-22D3-56C122C02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21" y="466311"/>
            <a:ext cx="7582958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94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6031B-F969-39B5-80A6-F06791D0D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50A502-67C1-8EAF-A5AA-D550A3F71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0261"/>
            <a:ext cx="2521959" cy="42493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C4E259-89F6-4042-C7D3-9D8557B7A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007" y="1959935"/>
            <a:ext cx="3080167" cy="21204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D19713-128C-C05D-1371-DFC401E54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669" y="1673274"/>
            <a:ext cx="3174641" cy="319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931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D1EA5-D4FF-EE04-9411-F18811B61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323F0-8DD2-BB65-FBFB-8DC0BDCE8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5" y="681440"/>
            <a:ext cx="3667524" cy="5158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B84413-C8EA-E296-71C1-3D3C8950B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627" y="580627"/>
            <a:ext cx="2676899" cy="5696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A39064-7263-5045-EA25-77CA3A647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187" y="580627"/>
            <a:ext cx="2915057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580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43344-687D-A71C-30BA-48872A02E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DDA4C5-A768-CBE4-D184-2CC480187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24" y="1749962"/>
            <a:ext cx="3120953" cy="19076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41662C-92D9-6D1B-53D0-2BE1FB0CC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011" y="613969"/>
            <a:ext cx="4172532" cy="5630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9D063C-0279-3B28-AF04-C0C3E887B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577" y="275784"/>
            <a:ext cx="2619741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13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3DF93-ECF8-C22F-6524-01E4585D0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EF7B31-64AF-299F-4A5F-D277CEB1B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05" y="863970"/>
            <a:ext cx="1876687" cy="4972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42913A-B5C6-991F-C0E2-46E752C4B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775" y="575864"/>
            <a:ext cx="3077004" cy="57062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650102-56CE-57B5-F782-7C3FF5553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462" y="1685856"/>
            <a:ext cx="2076740" cy="3191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2C6F9E-1471-8556-6ED7-388AD6AF0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9148" y="799732"/>
            <a:ext cx="2915057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72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D320E-EDA7-03E8-11C4-F4FEE56E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7A27F0-E785-FD2B-CD9C-A25C8480D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53" y="496857"/>
            <a:ext cx="4308482" cy="522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62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13550-A323-CD2B-59A0-45579E89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D42F48-0B12-6F7F-11E6-A766DC86F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438" y="130277"/>
            <a:ext cx="4391051" cy="659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4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A6D1B-DB18-FECC-AAFC-BDF662C57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1D55F1-B48A-32DA-7180-94DCD1A5E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385" y="223390"/>
            <a:ext cx="3419952" cy="64112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F19BCC-90EA-488E-DD35-89C3FC03D92F}"/>
              </a:ext>
            </a:extLst>
          </p:cNvPr>
          <p:cNvSpPr txBox="1"/>
          <p:nvPr/>
        </p:nvSpPr>
        <p:spPr>
          <a:xfrm>
            <a:off x="235974" y="404422"/>
            <a:ext cx="30283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now we will start Routing Intelligence to Agent Intelligence.</a:t>
            </a:r>
          </a:p>
        </p:txBody>
      </p:sp>
    </p:spTree>
    <p:extLst>
      <p:ext uri="{BB962C8B-B14F-4D97-AF65-F5344CB8AC3E}">
        <p14:creationId xmlns:p14="http://schemas.microsoft.com/office/powerpoint/2010/main" val="1624299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3C1D9-7942-0432-F0C1-DE576D2BD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A42402-D3A6-9CD6-283F-94A5AFCED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99" y="505725"/>
            <a:ext cx="5477639" cy="47060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F2C620-53C7-C792-D231-CA663FDD7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219" y="418680"/>
            <a:ext cx="3667637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914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17A09-0099-3197-068B-47F90BEE1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19782E-E143-3412-0869-688C57E1E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12" y="1778324"/>
            <a:ext cx="2504433" cy="21526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F1FBC8-E215-2673-16BD-0A4FBF58D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476" y="1024561"/>
            <a:ext cx="2734057" cy="4258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F9D4B6-D79A-B9CE-8125-9041B91AE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0961" y="1024561"/>
            <a:ext cx="4134427" cy="2029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43CE04-D500-22DA-F944-C3B23B3008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687" y="3283973"/>
            <a:ext cx="1813515" cy="271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331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C315F-9FD0-D016-04E2-318064323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6CE6E3-D9FF-C83A-3F38-0EDD873CB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55" y="335433"/>
            <a:ext cx="3477110" cy="5734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D3CF8B-F79F-83F4-43F6-22328CD43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522" y="351995"/>
            <a:ext cx="3181794" cy="61540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9DBDB6-3C94-528A-AD03-017248F2A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048" y="1442190"/>
            <a:ext cx="1981477" cy="3324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9DAE98-5EC7-9F98-EABC-EE44F153D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0"/>
            <a:ext cx="4058216" cy="43059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E4045D-1A8C-5E79-C641-79A3041EC5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4363128"/>
            <a:ext cx="3600953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515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2AA17-8DF1-CECE-496B-1120A8DD3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C8173E-9DFE-3AEB-9745-799E10F07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231" y="100895"/>
            <a:ext cx="7611537" cy="2762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FAC627-D205-0B57-344A-F9C541BDB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231" y="2952602"/>
            <a:ext cx="7611536" cy="346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88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CEFE7-2A36-371F-58B7-8CF60F8ED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E54498-51A7-0E8E-4F82-204D2F887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28" y="181434"/>
            <a:ext cx="2133898" cy="44106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07A4DB-C615-3482-FFD0-12E783BE0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69" y="181434"/>
            <a:ext cx="2667372" cy="6735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31EB31-8FA0-B58A-6843-32D07A481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287" y="181434"/>
            <a:ext cx="2734057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301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3532D-A4F1-07C5-506C-7BB6743F0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5A2220-EBEA-080C-4479-BC90E1BE7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00" y="176630"/>
            <a:ext cx="4534533" cy="50299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30EB0A-137F-8390-BB0D-96FEEC3A7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76630"/>
            <a:ext cx="2448267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3460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E4722-1CC4-A7DE-B52E-E1CA5872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5F77B5-A140-3BE6-6A6D-90E1360B1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62" y="170120"/>
            <a:ext cx="4420217" cy="58491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5FE5B2-20D7-F67E-89D8-B4535D8F8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70120"/>
            <a:ext cx="3334215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933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83BB0-5453-8172-13B2-845964699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F7BA90-09BB-D6D7-770D-54A866A6D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6" y="1196125"/>
            <a:ext cx="5790028" cy="3690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E4F511-E868-0071-A5A2-768676406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111" y="860605"/>
            <a:ext cx="3429479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57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A7954-6F4D-214A-78DB-02A8B1629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CAAB75-7E62-A5D6-AEBB-56B34B78D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38" y="409154"/>
            <a:ext cx="3019846" cy="3019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75925-5417-8F2D-6FBB-D3015FA6B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342" y="409154"/>
            <a:ext cx="4877481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12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046E0-0D69-DC33-5867-A1DBE7D7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2D3BD4-926C-1506-BC55-6877955B8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8" y="545840"/>
            <a:ext cx="4105848" cy="44487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49E523-D5C2-01DB-4C8B-7958B21C9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54" y="0"/>
            <a:ext cx="21238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849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91373-826D-7204-3726-91196AE6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BC4254-C81D-F7AE-2F91-A7FA4F7C0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47" y="113837"/>
            <a:ext cx="7335274" cy="663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7127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A9C06-580C-0BFA-B393-E0E274E78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AED96B-F9A6-E316-A2B5-D6D148467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74" y="406095"/>
            <a:ext cx="4896533" cy="58491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7BCC4B-B6BE-1441-7376-69CCBAC1C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42" y="283302"/>
            <a:ext cx="3143689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5487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60867-F781-8B39-9A25-574E610F4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04EFC4-F4D7-4BD0-265A-C7311F378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70" y="348320"/>
            <a:ext cx="5039428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898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932F2-21CD-18E2-853F-E8BCA40E6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220B0B-9CDA-E997-689E-677E4E0ED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7046" y="119387"/>
            <a:ext cx="7582958" cy="63635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8842C2-BBFE-8C89-2C8C-E3B5FAC37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877" y="119387"/>
            <a:ext cx="5477639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271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3B7DD-85A8-0F74-F913-624C2A993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F616D2-5FC5-6AC9-66EA-2C25C6A87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758" y="0"/>
            <a:ext cx="3172268" cy="1952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5B71CB-9067-B858-7D72-DAA595E43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71" y="0"/>
            <a:ext cx="2953162" cy="55824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3F1B2A-45D2-01DA-58C3-29AE5D4FF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758" y="2039116"/>
            <a:ext cx="2848373" cy="2229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8B52DD-AA2C-4EE5-48D5-23A1B97937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366" y="0"/>
            <a:ext cx="3286584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0500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3D9B1-809F-147A-DDAE-E829F0F64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9F6651-D68E-BBDC-6258-A21301257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92" y="135550"/>
            <a:ext cx="3724795" cy="36962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B60F04-88A4-F393-FFA9-B8DFD736E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350" y="132411"/>
            <a:ext cx="3658111" cy="67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573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576FB-BAFC-52CF-7DF7-A28A70B6D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3A2B72-18A6-F565-FB59-4CDE73D63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83" y="580627"/>
            <a:ext cx="9383434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740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631D2-D5B4-8410-0689-89DDE1C2B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20B90F-A77A-2873-078F-26E540FF5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4" y="109682"/>
            <a:ext cx="4504864" cy="3134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795B02-0114-829A-AC7C-FE0D2312E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320" y="109682"/>
            <a:ext cx="3780918" cy="2017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CEBE8D-4270-1239-2CAB-4628F2F94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4" y="3525629"/>
            <a:ext cx="1446198" cy="27178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C202FA-9D78-3AA3-158E-E65FA47B9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2251" y="3525630"/>
            <a:ext cx="1921790" cy="163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583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1D7F5-D46E-E817-4ABF-0512E7B43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570A88-F87E-6D4B-9FEB-9E3D57B77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4" y="353700"/>
            <a:ext cx="4582164" cy="59539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D89FEC-0C70-5D63-CC54-C0A99B3C6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761" y="353700"/>
            <a:ext cx="3772426" cy="2791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87A72B-B990-23FF-BCA3-9E11BEB80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762" y="3330678"/>
            <a:ext cx="3772426" cy="159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892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B3CDC-3478-4299-FFA9-65D08945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6F7AEB-0D15-C635-A34E-4D8C0E34D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29" y="225439"/>
            <a:ext cx="6639852" cy="3477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4FF760-695D-AEB8-3470-F436E044F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29" y="3889361"/>
            <a:ext cx="3248113" cy="26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737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93A2-2891-F693-1481-75ABE5017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01704A-41B4-425E-64CC-9D3133CB6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80" y="82811"/>
            <a:ext cx="4334480" cy="65350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D5C075-0079-0AA0-2466-89875D6F8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278" y="422393"/>
            <a:ext cx="4229690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0923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17616-620F-12FA-A24E-A5DA925D5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5A9BD7-41EA-2709-B4F7-338A76D02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8" y="111208"/>
            <a:ext cx="3543795" cy="24863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59C44A-53BE-BFC6-8520-5D61D2838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699" y="111208"/>
            <a:ext cx="2905530" cy="3181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4C9A4D-87E4-A015-8DA5-B45759EC5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730" y="111208"/>
            <a:ext cx="2953162" cy="46393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FC4548-86FA-9FFC-527D-8DAE99E21A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8" y="2993416"/>
            <a:ext cx="1817110" cy="37533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0820EB-BCFC-55AD-1293-4C8F6AD75D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2082" y="3412640"/>
            <a:ext cx="4169490" cy="333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036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1ABEF-A897-C848-CA7F-BA8C06A07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3F338C-6B29-DCA6-C107-516DAE204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5" y="966444"/>
            <a:ext cx="9316750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9798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BB8CA-CAB0-D0B8-4AB3-45DA782A8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EE8991-FB59-34B1-3142-F8B075FBB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63" y="94169"/>
            <a:ext cx="2667372" cy="4486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A19CDD-2271-94E7-E452-CEA27ED8F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980" y="94169"/>
            <a:ext cx="3477110" cy="3153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126FF6-1F95-2C7E-6A1A-75F0D4A01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836" y="94169"/>
            <a:ext cx="3343696" cy="51660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ED90B6-AE1C-C9BB-894C-EA864DAF8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2980" y="3964403"/>
            <a:ext cx="2391109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021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BD34C-DCFB-32F1-6B17-1DDB8376F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6FAE80-CFB7-17E6-B1E4-0829B91D7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28" y="155299"/>
            <a:ext cx="4906060" cy="2476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32C24E-0C59-50BF-9373-80181A668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8" y="2828364"/>
            <a:ext cx="9699354" cy="387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3461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70519-57CD-8392-3D17-B1947BF52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972346-F01A-FD4F-8F45-532E9E159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7" y="105136"/>
            <a:ext cx="4820323" cy="36390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F443C6-9A45-740F-14CC-141BEECD6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972" y="105136"/>
            <a:ext cx="3715268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4402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C13A2-5079-F1F2-4BAC-D4574A82A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1D9453-79CA-EF1D-5F13-78525584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712" y="89227"/>
            <a:ext cx="2865268" cy="3526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9AC555-7106-39A0-0B0B-169C758F5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349" y="3815653"/>
            <a:ext cx="6992326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338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EDB21-BFAD-4AF9-2DF8-728F161D2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04CBF2-9495-8D7E-C3CB-9D4DD6D7E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469" y="737812"/>
            <a:ext cx="5811061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0816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5AA9A-6EC2-CECC-CCAA-00BCCF7C2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AD310D-BA95-0CD6-9516-BB5597F8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285" y="725705"/>
            <a:ext cx="5401429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089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65688-DEBE-09B5-154F-19EDFF607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84EC50-7306-6178-9CEA-C6370ED9F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811" y="532996"/>
            <a:ext cx="5744377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7761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61CB2-35C8-6137-4F93-9C1D5739A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3E5C38-1650-9403-BF1F-765D64FC6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44" y="222553"/>
            <a:ext cx="3724795" cy="2991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7EC79F-A0BF-4D36-10A1-F7D05842D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19" y="3355151"/>
            <a:ext cx="6592220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7088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AE43A-85EF-ADD0-616B-D1684E3BD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5DD536-3640-EFC1-8641-F5BE0FA52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" y="258126"/>
            <a:ext cx="5029902" cy="39820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1CBDDA-7144-671D-8DE8-4E05F0032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4" y="4320898"/>
            <a:ext cx="6115904" cy="1047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89D9C1-2FDE-4071-B1D6-2FD4FA751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4" y="5417605"/>
            <a:ext cx="6011114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3958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05DEF-4309-83A1-B5CF-E1F237E6C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E56171-D909-A539-6D6A-E62541707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61" y="604443"/>
            <a:ext cx="9507277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5955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C95C9-684A-028B-B518-558A8BCE6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922C37-641B-374A-6A8B-8FA8B00D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87" y="522157"/>
            <a:ext cx="2495898" cy="48107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0DDF9F-4A33-6D6F-BCC7-8FD7F33F0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703" y="522157"/>
            <a:ext cx="2848373" cy="2191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0C9D9B-01A5-ECAC-0388-6713B7F27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639" y="522157"/>
            <a:ext cx="3772426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372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6B4E2-3AA9-916D-E188-11D3CEBA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9E216C-2A44-28A8-4EED-1FE580805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" y="677637"/>
            <a:ext cx="2800741" cy="4696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06246C-7FF0-3605-A8C2-6752ADF18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119" y="677637"/>
            <a:ext cx="5249008" cy="3534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C20E16-7A5E-2BB7-792A-95FEFB7A4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167" y="677637"/>
            <a:ext cx="4096322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490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995D9-5F3D-5A06-18A2-B089503D6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C432D3-2DDF-715D-2AA1-3C014C2E0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75" y="185459"/>
            <a:ext cx="1943371" cy="61921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E3B1A9-4287-E49C-BF8A-DE5A4AC7F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681" y="85258"/>
            <a:ext cx="4572638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749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426DF-CE54-640D-4C72-853ED5647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922121-07EA-6F62-8644-9CBF9C607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3021446" cy="29496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5FC3FF-00BB-69D1-4199-58D9960D8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358" y="3199889"/>
            <a:ext cx="7468642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340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352B1-10F3-B2FC-1F21-91CECB756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6E0199-0C83-5875-35D5-CB00E3468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42" y="471074"/>
            <a:ext cx="5820587" cy="59158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1DD9FE-CD30-4BE5-FAA4-500B83263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503" y="941885"/>
            <a:ext cx="4486901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2844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C0011-5C21-82EC-515E-8B80C3632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44556F-9EFF-FC76-3E7F-E633C3B59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952" y="130744"/>
            <a:ext cx="7687748" cy="43154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A0087C-0E8D-003C-72F3-F44C9DCCCAB1}"/>
              </a:ext>
            </a:extLst>
          </p:cNvPr>
          <p:cNvSpPr txBox="1"/>
          <p:nvPr/>
        </p:nvSpPr>
        <p:spPr>
          <a:xfrm>
            <a:off x="1632155" y="4574147"/>
            <a:ext cx="49554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Phase-14: Agent Registry Auto-Discovery</a:t>
            </a:r>
          </a:p>
          <a:p>
            <a:r>
              <a:rPr lang="en-IN" dirty="0"/>
              <a:t>Phase-15: Agent Context Sharing</a:t>
            </a:r>
          </a:p>
          <a:p>
            <a:r>
              <a:rPr lang="en-IN" dirty="0"/>
              <a:t>Phase-16: RAG</a:t>
            </a:r>
          </a:p>
          <a:p>
            <a:r>
              <a:rPr lang="en-IN" dirty="0"/>
              <a:t>Phase-17: API Layer</a:t>
            </a:r>
          </a:p>
          <a:p>
            <a:r>
              <a:rPr lang="en-IN" dirty="0"/>
              <a:t>Phase-18: Web UI</a:t>
            </a:r>
          </a:p>
          <a:p>
            <a:r>
              <a:rPr lang="en-IN" dirty="0"/>
              <a:t>Phase-19: Authentication</a:t>
            </a:r>
          </a:p>
          <a:p>
            <a:r>
              <a:rPr lang="en-IN" dirty="0"/>
              <a:t>Phase-20: Async Task Engine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4C91660-F377-3A97-D6F3-E82B8BB5FCFF}"/>
              </a:ext>
            </a:extLst>
          </p:cNvPr>
          <p:cNvSpPr/>
          <p:nvPr/>
        </p:nvSpPr>
        <p:spPr>
          <a:xfrm>
            <a:off x="1327355" y="1710812"/>
            <a:ext cx="2340077" cy="196645"/>
          </a:xfrm>
          <a:prstGeom prst="roundRect">
            <a:avLst>
              <a:gd name="adj" fmla="val 439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7189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677E3-F813-DABD-36DC-562D9CDB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C42F90-6B02-5EA0-73AE-DD3C3EC0E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1" y="162208"/>
            <a:ext cx="2385553" cy="36330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5D4A90-6BA9-DB9E-41D2-271D427A3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777" y="162208"/>
            <a:ext cx="2876951" cy="48870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1666B3-8E9D-FB54-3000-757DC10F7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321" y="311622"/>
            <a:ext cx="3877216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167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27CD4-F5E2-0341-B238-2C9DFCEF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768404-913D-2651-E05F-12E9BB176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62" y="804144"/>
            <a:ext cx="9467476" cy="443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573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F902D-9491-4AF1-57E1-293A610A7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5457C6-7892-BA67-4892-82076D5D8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66" y="118600"/>
            <a:ext cx="5153744" cy="66207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51E697-1D19-F997-65FB-E18B7E95C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956" y="507123"/>
            <a:ext cx="1533739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228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DE287-E27E-4A1F-DD09-E297ECC15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34B49D-7BD4-4CAC-D34A-F0D08339B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21" y="376159"/>
            <a:ext cx="3877216" cy="5515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273E90-2AF0-4159-D747-FD632341D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473" y="842949"/>
            <a:ext cx="2743583" cy="45821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FDC305-7821-60D4-145D-36836D25F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054" y="291664"/>
            <a:ext cx="2324424" cy="695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57BD22-B0D6-D28C-40EC-7F77CA17F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4054" y="1082371"/>
            <a:ext cx="1867161" cy="14289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DEE098-17CA-E8F0-E2CB-0328DC180C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4054" y="2606605"/>
            <a:ext cx="2038635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395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7DECA-0C43-7764-418C-32638B28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A7ED8C-C2FD-7890-C671-45A13B4FE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9" y="767963"/>
            <a:ext cx="2734057" cy="48107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33810C-644A-410F-BA72-D1A03089E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797" y="218627"/>
            <a:ext cx="2838846" cy="6420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35BFC7-8208-0E23-002B-7BB8F6694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181" y="1209365"/>
            <a:ext cx="2324424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443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0C0A5-9584-83C5-2877-D872432B6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E5FA1A-D359-A2A7-3123-89FA9B875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67995" y="747075"/>
            <a:ext cx="4267796" cy="47345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C48EB0-FBAA-4D7B-376D-ACC502381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740" y="237679"/>
            <a:ext cx="7649643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195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1DC7E-BFE2-E858-045C-196CFEC6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E18054-249C-FF07-5698-74195C863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222"/>
            <a:ext cx="4039164" cy="6115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20C39C-133B-97C2-864B-88AAB0F30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365" y="583249"/>
            <a:ext cx="3686689" cy="5553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8CC1C3-4DF8-95DB-D22C-EA540442B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519" y="583249"/>
            <a:ext cx="4305901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734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1111-804F-19D1-E817-6768BFF5E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610710-23C0-9F3B-6D08-0C56199B3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35" y="530154"/>
            <a:ext cx="6678398" cy="4248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E24001-26F3-8DA0-3CE6-CC2B50203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336" y="530154"/>
            <a:ext cx="2000529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183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6C46D-6DDA-076B-9666-50CB1E3E3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461102-F172-C750-2A1A-62A9C60F8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48" y="668111"/>
            <a:ext cx="2838846" cy="4715533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068857-1ABB-BA18-51CC-28D5589CB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591" y="248859"/>
            <a:ext cx="2574351" cy="150990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F8CC78-89B9-57B0-D12F-8AD0F7690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1345" y="248859"/>
            <a:ext cx="3162741" cy="430590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8C669AA3-AD87-75A0-FBCA-F8E0DF64A135}"/>
              </a:ext>
            </a:extLst>
          </p:cNvPr>
          <p:cNvSpPr/>
          <p:nvPr/>
        </p:nvSpPr>
        <p:spPr>
          <a:xfrm flipH="1">
            <a:off x="6769091" y="2907407"/>
            <a:ext cx="580104" cy="4331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E93E9E-954C-8978-8D64-9351C4C42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4423" y="2286067"/>
            <a:ext cx="2762519" cy="309757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0980278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E35DB-FF8B-F3A6-2212-A0743C3DC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F20AFB-61F6-2720-9C6C-A9D1608A8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17" y="657841"/>
            <a:ext cx="3877216" cy="438211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AD72A617-E986-F034-9582-27789CB7C98A}"/>
              </a:ext>
            </a:extLst>
          </p:cNvPr>
          <p:cNvSpPr/>
          <p:nvPr/>
        </p:nvSpPr>
        <p:spPr>
          <a:xfrm>
            <a:off x="1956619" y="186813"/>
            <a:ext cx="806246" cy="3146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DAB7F2-CBC6-7E2B-92F6-14B4EF4CA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984" y="657841"/>
            <a:ext cx="3296110" cy="426779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DF066C-B44C-50BF-F4CF-AFEC76B79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682" y="657841"/>
            <a:ext cx="4172532" cy="25149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40E14C-6484-4575-4479-C0E4F5A879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0682" y="3685209"/>
            <a:ext cx="3877216" cy="3000794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4A33A626-ECCF-304E-F6A5-DF4EFFFEA714}"/>
              </a:ext>
            </a:extLst>
          </p:cNvPr>
          <p:cNvSpPr/>
          <p:nvPr/>
        </p:nvSpPr>
        <p:spPr>
          <a:xfrm>
            <a:off x="8672051" y="3271684"/>
            <a:ext cx="806246" cy="3146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28081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A8971-C334-96F4-A0A9-83AC27240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439350-623A-963E-DC72-5E882F71C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5" y="405351"/>
            <a:ext cx="5163271" cy="5496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6658F4-28FC-6E6F-6E91-094710AAD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511" y="405351"/>
            <a:ext cx="1924319" cy="4601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019DB7-2341-1F4E-7FD3-B942B235E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635" y="405351"/>
            <a:ext cx="2324424" cy="426779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ABC5DBB-4678-75FE-9EDB-1A00169E6507}"/>
              </a:ext>
            </a:extLst>
          </p:cNvPr>
          <p:cNvSpPr/>
          <p:nvPr/>
        </p:nvSpPr>
        <p:spPr>
          <a:xfrm>
            <a:off x="314632" y="737419"/>
            <a:ext cx="5160879" cy="4522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7381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2DB5B-2E90-452B-430F-BBA157285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D2EBA3-9143-8CC1-ED4F-21AF86DF4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63" y="184166"/>
            <a:ext cx="7502318" cy="648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211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606F2-9423-EAC2-A994-07007112C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C46360-7C4F-4452-B2F0-4C0C77EBD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60"/>
            <a:ext cx="4867954" cy="51346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F92B60-C45B-A8B8-7398-712D01064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557" y="139575"/>
            <a:ext cx="3019846" cy="633500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F64B5517-0CEC-88A9-756C-839C2F717EDD}"/>
              </a:ext>
            </a:extLst>
          </p:cNvPr>
          <p:cNvSpPr/>
          <p:nvPr/>
        </p:nvSpPr>
        <p:spPr>
          <a:xfrm>
            <a:off x="5273040" y="1564640"/>
            <a:ext cx="325120" cy="1717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3802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514DB-F2BE-1273-3A8D-0E4EC9FE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28569A-17E8-A132-C83E-D2688F2CC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47" y="751531"/>
            <a:ext cx="4010585" cy="44202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6E1681-3539-EA16-A1A2-B2062A317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273" y="180849"/>
            <a:ext cx="2067213" cy="635406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57EB2F-A908-F8BF-0AA3-639FB7262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259" y="751531"/>
            <a:ext cx="2800741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823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50E8B-E497-236C-A46F-3CCE0F02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DE67BB-F1EC-651D-E1A9-D139523B4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3849329" cy="5132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58F937-1570-5437-FA57-48CF795E7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564" y="4013936"/>
            <a:ext cx="8449854" cy="207674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8477307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CCDE4-C059-F68E-FAB1-0A58DFCDA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AD5550-B20A-A608-B7A9-B0CFBD241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96" y="560677"/>
            <a:ext cx="2238687" cy="49441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33906B-1444-DE1E-3677-50FB690F8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241" y="560677"/>
            <a:ext cx="3248478" cy="34294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A9DC87-300A-D139-1BD0-65E2B28A3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525" y="160554"/>
            <a:ext cx="2333463" cy="879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1EEE6C-F015-64CE-8D81-EA5373414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525" y="1090265"/>
            <a:ext cx="2333463" cy="5634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CBE4BB-5767-B103-0E4C-E73D3B51D2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5525" y="1740867"/>
            <a:ext cx="2333463" cy="11100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3C3C3D-A5AD-B178-2DC8-6A50CF4E13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5525" y="2895443"/>
            <a:ext cx="2333463" cy="6747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94307E-7956-04F5-AE1A-0AFEE7B006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5525" y="3616250"/>
            <a:ext cx="2333463" cy="5159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9C53BD-E5F8-5A05-32B4-CA2A4B64D5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5524" y="4178263"/>
            <a:ext cx="2333463" cy="10674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A0F4457-5C55-1BC6-5ADA-F719408ABF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5524" y="5291769"/>
            <a:ext cx="3759112" cy="4949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A818DD0-05F2-5446-107A-1E416822EA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5524" y="5832770"/>
            <a:ext cx="2584515" cy="72842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5492940-BA94-5F90-3C39-B9CCA50E45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4551" y="6697446"/>
            <a:ext cx="4001058" cy="121937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6081305-6476-20F6-6A40-E4906EC387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4551" y="8014845"/>
            <a:ext cx="4058216" cy="140989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95436F6-C643-1359-CFEB-5C2F848116F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05524" y="9430348"/>
            <a:ext cx="3648584" cy="124794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D14C06D-3D8C-A934-EEE5-0C47CBC62F3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05524" y="10789652"/>
            <a:ext cx="2819794" cy="123842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7566165-D940-33BD-8994-09DFFE5DDB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76197" y="12139430"/>
            <a:ext cx="2981741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0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DA7AB-BC14-1EC9-9496-A08A633C4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CA88C8-2C0B-7DD2-1D56-F029D1DA5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159" y="393287"/>
            <a:ext cx="7195274" cy="568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14112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B78F-A723-079A-660F-A0EAF0C8F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82F488-A0AB-E442-0B65-02EA9EC6D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78" y="1137918"/>
            <a:ext cx="8373644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736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CE606-373D-DAB5-BC31-4A4A589F8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1727E-28B9-5AE7-7186-9832E2987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60" y="2894"/>
            <a:ext cx="3991532" cy="67732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C2D4CB-527D-B688-8979-E3EF33534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718" y="0"/>
            <a:ext cx="2936012" cy="25496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DF4A8B-570C-4436-E3DB-126501815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456" y="108437"/>
            <a:ext cx="2200582" cy="45345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3E34BD-623C-F61F-F885-04F976EEE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992" y="4677695"/>
            <a:ext cx="2790046" cy="11475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365B06-AFFA-2F7C-FCA8-4082F05C04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993" y="5859939"/>
            <a:ext cx="2790046" cy="12299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018C80-2628-5759-448B-271F3793B1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2347" y="5689501"/>
            <a:ext cx="3048425" cy="14003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35E722-BAF0-7EA7-7FD1-DF45AC33C2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2346" y="4397175"/>
            <a:ext cx="3048425" cy="12691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F4E2BC-8015-0D8A-363A-016BDB6978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2346" y="1428778"/>
            <a:ext cx="3048425" cy="294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66845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FCBD2-A502-3096-8221-776FD3D6D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21DE4E-F246-135A-0C04-ADD2AE72E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6" y="123894"/>
            <a:ext cx="2848373" cy="1609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17BE9B-3D6D-C61E-D6FC-B54603EDB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06" y="1860959"/>
            <a:ext cx="3048425" cy="2210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6B8511-EACF-08D8-5296-261DDF78D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145" y="123894"/>
            <a:ext cx="3410426" cy="57539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836BE1-F360-765E-75C6-FC0B776F5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380" y="123894"/>
            <a:ext cx="2743583" cy="38200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73C857-C492-0D1D-EB8A-31288768C7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2253" y="4071067"/>
            <a:ext cx="5010849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252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A1438-90E5-4C91-30EA-DA4F3FF67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568A07-2069-6E4B-C12B-0DE037197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20" y="-180020"/>
            <a:ext cx="8487960" cy="52966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9DC366-49A1-BE63-B0AB-3D047B0C8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677" y="5315594"/>
            <a:ext cx="2991267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0485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5E3A-8FAB-0E05-348A-E98A7FBB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7AB049-43E3-E6A6-3C86-8D4BBB02F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15" y="911236"/>
            <a:ext cx="2848373" cy="47345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C0EAC5-8639-087A-9136-C9AAE9E6F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662" y="731157"/>
            <a:ext cx="5182323" cy="1390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719941-8FE9-6F0E-3DDF-2D92D4B4F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3058" y="2295288"/>
            <a:ext cx="4563112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30551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36BB5-4358-DBD8-60EA-EA648F2D8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E6D177-0DAE-276B-4972-461BF2B0A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30" y="590154"/>
            <a:ext cx="8773749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954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05537-3C7B-29DC-DC3F-19124756B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7423FD-BD8B-AE8A-41EC-898F2BCF6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675" y="373743"/>
            <a:ext cx="4572873" cy="476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2208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8CB1D-F314-FA0F-31A2-6B5DC88A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1D044E-C581-05F2-878B-5F77199D5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41" y="949292"/>
            <a:ext cx="8402223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66191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BF35D-AA57-BFBB-6C83-9100CA4DF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3419A6-16E9-3252-D100-4658722F4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378" y="0"/>
            <a:ext cx="5381001" cy="675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4888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A5A11-BF45-0E46-6DB3-0E675FC97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81CA16-9FB8-A9FD-2983-45296221E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33" y="117987"/>
            <a:ext cx="3485300" cy="68883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5722FA-18AF-D01F-B443-26673C6D8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245" y="733528"/>
            <a:ext cx="4067743" cy="5115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57BDD2-C356-D5B7-5CFF-994EA22F0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013" y="2443025"/>
            <a:ext cx="3048425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78183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7217-1B57-958B-200F-B0027D440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36ABA4-C736-1B2B-5FAA-5002DE191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20" y="125709"/>
            <a:ext cx="4655861" cy="6606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4FBCE2-221E-8C5E-6064-8634F4B89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880" y="2190576"/>
            <a:ext cx="2114845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65669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73B5B-9977-3CD7-EF9F-AFEBF1DA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C6AA32-D0D7-97CB-DB42-F3BDD7598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04" y="524911"/>
            <a:ext cx="3267531" cy="49822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85F73D-B7EE-8873-4A9D-56C422063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493" y="466604"/>
            <a:ext cx="2991267" cy="3953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78EE6B-8E57-E3A4-55C0-96E4C0F6E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818" y="466604"/>
            <a:ext cx="4334480" cy="3496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1D5E6B-F213-BC5E-E5A7-5455B335E7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818" y="4107660"/>
            <a:ext cx="2824747" cy="256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1950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F6303-4C48-2258-F489-E4BE8A27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30271F-C188-929C-0359-D46F4E591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14" y="608462"/>
            <a:ext cx="9288171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8863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61C24-5CC3-A4CD-D5B5-99AC639CA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346650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D6785-B9F8-C1B5-3106-3A886CC3B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735415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99361-3154-96AA-21E1-9535E9E31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87023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59857-ADAE-AFB2-62CB-9BBDFBDA9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1035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BA2D4-5A7C-D692-D8D5-4DD42F16D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56454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404C7-DDE5-A16B-454C-0BE36AB3F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47595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E074E-AF3A-F33F-D4AB-A2B78CD22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2794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0B4F0-47BF-0CA3-CE0C-3C8163779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D0DECE9-783E-E307-CD6E-1ADDFC7627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77412" y="1581766"/>
            <a:ext cx="7824020" cy="3401736"/>
          </a:xfrm>
          <a:prstGeom prst="roundRect">
            <a:avLst>
              <a:gd name="adj" fmla="val 4891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A9798-46D8-92EF-8EB5-196E65C249D9}"/>
              </a:ext>
            </a:extLst>
          </p:cNvPr>
          <p:cNvSpPr txBox="1"/>
          <p:nvPr/>
        </p:nvSpPr>
        <p:spPr>
          <a:xfrm>
            <a:off x="4313376" y="1275964"/>
            <a:ext cx="160020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88" dirty="0"/>
              <a:t>Industrial AI system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6A5706-3DB0-8B63-EB58-7F05069F95CD}"/>
              </a:ext>
            </a:extLst>
          </p:cNvPr>
          <p:cNvSpPr/>
          <p:nvPr/>
        </p:nvSpPr>
        <p:spPr>
          <a:xfrm>
            <a:off x="2658338" y="2105332"/>
            <a:ext cx="1328644" cy="2488790"/>
          </a:xfrm>
          <a:prstGeom prst="roundRect">
            <a:avLst>
              <a:gd name="adj" fmla="val 489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AC3CAC-DD2D-BCCF-7A55-58AE1883EB02}"/>
              </a:ext>
            </a:extLst>
          </p:cNvPr>
          <p:cNvSpPr/>
          <p:nvPr/>
        </p:nvSpPr>
        <p:spPr>
          <a:xfrm>
            <a:off x="4113369" y="2121752"/>
            <a:ext cx="1076633" cy="2488790"/>
          </a:xfrm>
          <a:prstGeom prst="roundRect">
            <a:avLst>
              <a:gd name="adj" fmla="val 489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07FD82-4889-5331-5567-4880C665664D}"/>
              </a:ext>
            </a:extLst>
          </p:cNvPr>
          <p:cNvSpPr/>
          <p:nvPr/>
        </p:nvSpPr>
        <p:spPr>
          <a:xfrm>
            <a:off x="7712236" y="2088915"/>
            <a:ext cx="1076633" cy="2488790"/>
          </a:xfrm>
          <a:prstGeom prst="roundRect">
            <a:avLst>
              <a:gd name="adj" fmla="val 489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81ED83-860B-CD1A-83AA-23766494A4B4}"/>
              </a:ext>
            </a:extLst>
          </p:cNvPr>
          <p:cNvSpPr txBox="1"/>
          <p:nvPr/>
        </p:nvSpPr>
        <p:spPr>
          <a:xfrm>
            <a:off x="3204204" y="1890919"/>
            <a:ext cx="5825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Agents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B520B-0984-ACD5-1B9C-5D6D5C9D1473}"/>
              </a:ext>
            </a:extLst>
          </p:cNvPr>
          <p:cNvSpPr txBox="1"/>
          <p:nvPr/>
        </p:nvSpPr>
        <p:spPr>
          <a:xfrm>
            <a:off x="4396934" y="1890919"/>
            <a:ext cx="5263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MQTT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95CC78-8BBB-18E8-B696-B857D7ADA076}"/>
              </a:ext>
            </a:extLst>
          </p:cNvPr>
          <p:cNvSpPr txBox="1"/>
          <p:nvPr/>
        </p:nvSpPr>
        <p:spPr>
          <a:xfrm>
            <a:off x="7959272" y="1874499"/>
            <a:ext cx="5825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Utils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636A120-F132-D68F-D189-AEAFE1F44598}"/>
              </a:ext>
            </a:extLst>
          </p:cNvPr>
          <p:cNvSpPr/>
          <p:nvPr/>
        </p:nvSpPr>
        <p:spPr>
          <a:xfrm>
            <a:off x="6543167" y="2098520"/>
            <a:ext cx="1076633" cy="2488790"/>
          </a:xfrm>
          <a:prstGeom prst="roundRect">
            <a:avLst>
              <a:gd name="adj" fmla="val 489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C5DC5-2B6A-94B5-DB9B-AF5FD2FEAB53}"/>
              </a:ext>
            </a:extLst>
          </p:cNvPr>
          <p:cNvSpPr txBox="1"/>
          <p:nvPr/>
        </p:nvSpPr>
        <p:spPr>
          <a:xfrm>
            <a:off x="6697773" y="1898841"/>
            <a:ext cx="916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Database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705AF96-BB9D-67FB-0EBA-B1B6789CD30C}"/>
              </a:ext>
            </a:extLst>
          </p:cNvPr>
          <p:cNvSpPr/>
          <p:nvPr/>
        </p:nvSpPr>
        <p:spPr>
          <a:xfrm>
            <a:off x="2784343" y="2327502"/>
            <a:ext cx="1076633" cy="230834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88" dirty="0">
                <a:solidFill>
                  <a:schemeClr val="tx1"/>
                </a:solidFill>
              </a:rPr>
              <a:t>Fault agent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45995C6-427E-B885-4C15-B3766EDA9AEB}"/>
              </a:ext>
            </a:extLst>
          </p:cNvPr>
          <p:cNvSpPr/>
          <p:nvPr/>
        </p:nvSpPr>
        <p:spPr>
          <a:xfrm>
            <a:off x="2784343" y="2645319"/>
            <a:ext cx="1076633" cy="230834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Langraph_system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5DFCFBC-0142-5AE6-B416-776073EFBF34}"/>
              </a:ext>
            </a:extLst>
          </p:cNvPr>
          <p:cNvSpPr/>
          <p:nvPr/>
        </p:nvSpPr>
        <p:spPr>
          <a:xfrm>
            <a:off x="4210266" y="2237168"/>
            <a:ext cx="926489" cy="230833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publisher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22C13A-8828-4F44-5A02-044D6D980AEC}"/>
              </a:ext>
            </a:extLst>
          </p:cNvPr>
          <p:cNvSpPr/>
          <p:nvPr/>
        </p:nvSpPr>
        <p:spPr>
          <a:xfrm>
            <a:off x="4187885" y="2558335"/>
            <a:ext cx="926489" cy="230833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Subscriber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925F5E1-39AD-A6F9-A11A-3C297AC52FBB}"/>
              </a:ext>
            </a:extLst>
          </p:cNvPr>
          <p:cNvSpPr/>
          <p:nvPr/>
        </p:nvSpPr>
        <p:spPr>
          <a:xfrm>
            <a:off x="4195132" y="2846773"/>
            <a:ext cx="926489" cy="230833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EFDC6E3-01C3-2684-E847-22C4063561F1}"/>
              </a:ext>
            </a:extLst>
          </p:cNvPr>
          <p:cNvSpPr/>
          <p:nvPr/>
        </p:nvSpPr>
        <p:spPr>
          <a:xfrm>
            <a:off x="5349104" y="2128564"/>
            <a:ext cx="1076633" cy="845080"/>
          </a:xfrm>
          <a:prstGeom prst="roundRect">
            <a:avLst>
              <a:gd name="adj" fmla="val 489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BBC549-8F3F-F384-3466-B9771FD4716D}"/>
              </a:ext>
            </a:extLst>
          </p:cNvPr>
          <p:cNvSpPr txBox="1"/>
          <p:nvPr/>
        </p:nvSpPr>
        <p:spPr>
          <a:xfrm>
            <a:off x="5502805" y="1898841"/>
            <a:ext cx="916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Dashboard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99BA1F5-5893-210A-15FD-861562577B45}"/>
              </a:ext>
            </a:extLst>
          </p:cNvPr>
          <p:cNvSpPr/>
          <p:nvPr/>
        </p:nvSpPr>
        <p:spPr>
          <a:xfrm>
            <a:off x="1483959" y="2105332"/>
            <a:ext cx="1076633" cy="2488790"/>
          </a:xfrm>
          <a:prstGeom prst="roundRect">
            <a:avLst>
              <a:gd name="adj" fmla="val 489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6154C6-2AF2-6038-D002-89EB73DC5C42}"/>
              </a:ext>
            </a:extLst>
          </p:cNvPr>
          <p:cNvSpPr txBox="1"/>
          <p:nvPr/>
        </p:nvSpPr>
        <p:spPr>
          <a:xfrm>
            <a:off x="1730996" y="1890917"/>
            <a:ext cx="8295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Main.py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189A22-E712-B0DB-848C-CFE0F4461ED0}"/>
              </a:ext>
            </a:extLst>
          </p:cNvPr>
          <p:cNvSpPr/>
          <p:nvPr/>
        </p:nvSpPr>
        <p:spPr>
          <a:xfrm>
            <a:off x="5496549" y="2245485"/>
            <a:ext cx="834054" cy="230833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Browser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A7CC479-EBCD-7862-1F3C-FF53104B3DCF}"/>
              </a:ext>
            </a:extLst>
          </p:cNvPr>
          <p:cNvSpPr/>
          <p:nvPr/>
        </p:nvSpPr>
        <p:spPr>
          <a:xfrm>
            <a:off x="5496549" y="2558335"/>
            <a:ext cx="834054" cy="230833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Mobile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6D263BB-2A8F-3CC0-F853-9224108FE304}"/>
              </a:ext>
            </a:extLst>
          </p:cNvPr>
          <p:cNvSpPr/>
          <p:nvPr/>
        </p:nvSpPr>
        <p:spPr>
          <a:xfrm>
            <a:off x="6664457" y="2252739"/>
            <a:ext cx="834054" cy="230833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SQLite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37D42CD-FB5A-F896-B2C9-16FCA7AA36DD}"/>
              </a:ext>
            </a:extLst>
          </p:cNvPr>
          <p:cNvSpPr/>
          <p:nvPr/>
        </p:nvSpPr>
        <p:spPr>
          <a:xfrm>
            <a:off x="6664457" y="2547585"/>
            <a:ext cx="834054" cy="230833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Vector DB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9E7E383-CBE6-EBDD-AF7F-41699DB05DCB}"/>
              </a:ext>
            </a:extLst>
          </p:cNvPr>
          <p:cNvSpPr/>
          <p:nvPr/>
        </p:nvSpPr>
        <p:spPr>
          <a:xfrm>
            <a:off x="5349104" y="3203368"/>
            <a:ext cx="1076633" cy="470825"/>
          </a:xfrm>
          <a:prstGeom prst="roundRect">
            <a:avLst>
              <a:gd name="adj" fmla="val 489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2C43AC7-0494-9C57-DF0E-C947D408FFD5}"/>
              </a:ext>
            </a:extLst>
          </p:cNvPr>
          <p:cNvSpPr/>
          <p:nvPr/>
        </p:nvSpPr>
        <p:spPr>
          <a:xfrm>
            <a:off x="5432323" y="3320289"/>
            <a:ext cx="898281" cy="200155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Observability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00D7B2A-1200-9BFE-82DD-E1DE1BC93760}"/>
              </a:ext>
            </a:extLst>
          </p:cNvPr>
          <p:cNvSpPr/>
          <p:nvPr/>
        </p:nvSpPr>
        <p:spPr>
          <a:xfrm>
            <a:off x="5449558" y="3903916"/>
            <a:ext cx="834054" cy="230833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Supervisior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B9E2DEB-86F8-19D9-0341-0E1D48BA86B6}"/>
              </a:ext>
            </a:extLst>
          </p:cNvPr>
          <p:cNvSpPr/>
          <p:nvPr/>
        </p:nvSpPr>
        <p:spPr>
          <a:xfrm>
            <a:off x="5349104" y="3791115"/>
            <a:ext cx="1076633" cy="470825"/>
          </a:xfrm>
          <a:prstGeom prst="roundRect">
            <a:avLst>
              <a:gd name="adj" fmla="val 489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</p:spTree>
    <p:extLst>
      <p:ext uri="{BB962C8B-B14F-4D97-AF65-F5344CB8AC3E}">
        <p14:creationId xmlns:p14="http://schemas.microsoft.com/office/powerpoint/2010/main" val="356688727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CE65-E4B3-0D23-AF0B-FBB3D0211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190EC7-C14A-85FC-E384-E3DB4BBF8BD2}"/>
              </a:ext>
            </a:extLst>
          </p:cNvPr>
          <p:cNvSpPr txBox="1"/>
          <p:nvPr/>
        </p:nvSpPr>
        <p:spPr>
          <a:xfrm>
            <a:off x="886735" y="940440"/>
            <a:ext cx="2954791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88" dirty="0"/>
              <a:t>Industrial AI Agentic Framework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217851-E316-5C75-DFBC-B540CCE15C25}"/>
              </a:ext>
            </a:extLst>
          </p:cNvPr>
          <p:cNvSpPr/>
          <p:nvPr/>
        </p:nvSpPr>
        <p:spPr>
          <a:xfrm>
            <a:off x="3916694" y="1125326"/>
            <a:ext cx="1296833" cy="632838"/>
          </a:xfrm>
          <a:prstGeom prst="roundRect">
            <a:avLst>
              <a:gd name="adj" fmla="val 489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ABA436-496D-A8F6-8DC7-AC3BBB542C75}"/>
              </a:ext>
            </a:extLst>
          </p:cNvPr>
          <p:cNvSpPr/>
          <p:nvPr/>
        </p:nvSpPr>
        <p:spPr>
          <a:xfrm>
            <a:off x="5990768" y="4807666"/>
            <a:ext cx="627324" cy="886384"/>
          </a:xfrm>
          <a:prstGeom prst="roundRect">
            <a:avLst>
              <a:gd name="adj" fmla="val 1412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Utils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D844F-3EEA-8CCF-3FDF-B25E707672C2}"/>
              </a:ext>
            </a:extLst>
          </p:cNvPr>
          <p:cNvSpPr txBox="1"/>
          <p:nvPr/>
        </p:nvSpPr>
        <p:spPr>
          <a:xfrm>
            <a:off x="4352569" y="915533"/>
            <a:ext cx="5825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Agents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81FE27E-01D3-EE33-64BA-413E3A880874}"/>
              </a:ext>
            </a:extLst>
          </p:cNvPr>
          <p:cNvSpPr/>
          <p:nvPr/>
        </p:nvSpPr>
        <p:spPr>
          <a:xfrm>
            <a:off x="4841026" y="4807666"/>
            <a:ext cx="1071323" cy="886384"/>
          </a:xfrm>
          <a:prstGeom prst="roundRect">
            <a:avLst>
              <a:gd name="adj" fmla="val 98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91E7A-5A72-6688-244F-3AAD62DA9264}"/>
              </a:ext>
            </a:extLst>
          </p:cNvPr>
          <p:cNvSpPr txBox="1"/>
          <p:nvPr/>
        </p:nvSpPr>
        <p:spPr>
          <a:xfrm>
            <a:off x="5063183" y="5495225"/>
            <a:ext cx="8491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Database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0FCC1AC-9B46-5539-ACD3-AF9FB96F3E58}"/>
              </a:ext>
            </a:extLst>
          </p:cNvPr>
          <p:cNvSpPr/>
          <p:nvPr/>
        </p:nvSpPr>
        <p:spPr>
          <a:xfrm>
            <a:off x="4057333" y="1182154"/>
            <a:ext cx="1076633" cy="230834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Fault agent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8C10264-105E-215E-0A31-6D0BD0E0903A}"/>
              </a:ext>
            </a:extLst>
          </p:cNvPr>
          <p:cNvSpPr/>
          <p:nvPr/>
        </p:nvSpPr>
        <p:spPr>
          <a:xfrm>
            <a:off x="4057333" y="1457474"/>
            <a:ext cx="1076633" cy="230834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Langraph_system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19F691-BB26-BF90-4B37-A9F954BA0712}"/>
              </a:ext>
            </a:extLst>
          </p:cNvPr>
          <p:cNvSpPr/>
          <p:nvPr/>
        </p:nvSpPr>
        <p:spPr>
          <a:xfrm>
            <a:off x="580524" y="2472205"/>
            <a:ext cx="533780" cy="376498"/>
          </a:xfrm>
          <a:prstGeom prst="roundRect">
            <a:avLst>
              <a:gd name="adj" fmla="val 1646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tx1"/>
                </a:solidFill>
              </a:rPr>
              <a:t>MQTT</a:t>
            </a:r>
          </a:p>
          <a:p>
            <a:pPr algn="ctr"/>
            <a:r>
              <a:rPr lang="en-IN" sz="600" dirty="0">
                <a:solidFill>
                  <a:schemeClr val="tx1"/>
                </a:solidFill>
              </a:rPr>
              <a:t>publisher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C97400A-2ED7-C5DD-FBF5-EBF0D352D2C8}"/>
              </a:ext>
            </a:extLst>
          </p:cNvPr>
          <p:cNvSpPr/>
          <p:nvPr/>
        </p:nvSpPr>
        <p:spPr>
          <a:xfrm>
            <a:off x="1742466" y="2176412"/>
            <a:ext cx="559179" cy="380307"/>
          </a:xfrm>
          <a:prstGeom prst="roundRect">
            <a:avLst>
              <a:gd name="adj" fmla="val 2367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tx1"/>
                </a:solidFill>
              </a:rPr>
              <a:t>MQTT</a:t>
            </a:r>
          </a:p>
          <a:p>
            <a:pPr algn="ctr"/>
            <a:r>
              <a:rPr lang="en-IN" sz="600" dirty="0">
                <a:solidFill>
                  <a:schemeClr val="tx1"/>
                </a:solidFill>
              </a:rPr>
              <a:t>Subscriber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1303DA3-B775-6497-E31E-C7056F910ACC}"/>
              </a:ext>
            </a:extLst>
          </p:cNvPr>
          <p:cNvSpPr/>
          <p:nvPr/>
        </p:nvSpPr>
        <p:spPr>
          <a:xfrm>
            <a:off x="8014751" y="2434941"/>
            <a:ext cx="1076633" cy="599709"/>
          </a:xfrm>
          <a:prstGeom prst="roundRect">
            <a:avLst>
              <a:gd name="adj" fmla="val 489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7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42C5F2-52BE-A612-83C6-24DA9CFB3DAA}"/>
              </a:ext>
            </a:extLst>
          </p:cNvPr>
          <p:cNvSpPr txBox="1"/>
          <p:nvPr/>
        </p:nvSpPr>
        <p:spPr>
          <a:xfrm>
            <a:off x="8168453" y="2205216"/>
            <a:ext cx="916716" cy="180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71" dirty="0"/>
              <a:t>Dashboard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78E1FE0-04A3-3540-4E51-FB53B444A2CC}"/>
              </a:ext>
            </a:extLst>
          </p:cNvPr>
          <p:cNvSpPr/>
          <p:nvPr/>
        </p:nvSpPr>
        <p:spPr>
          <a:xfrm>
            <a:off x="3857200" y="2213426"/>
            <a:ext cx="2810747" cy="2079872"/>
          </a:xfrm>
          <a:prstGeom prst="roundRect">
            <a:avLst>
              <a:gd name="adj" fmla="val 671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88" dirty="0">
                <a:solidFill>
                  <a:schemeClr val="bg1">
                    <a:lumMod val="75000"/>
                  </a:schemeClr>
                </a:solidFill>
              </a:rPr>
              <a:t>AI Orchestrator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26408D9-CD8B-5659-44A0-36D1751058F7}"/>
              </a:ext>
            </a:extLst>
          </p:cNvPr>
          <p:cNvSpPr/>
          <p:nvPr/>
        </p:nvSpPr>
        <p:spPr>
          <a:xfrm>
            <a:off x="8162197" y="2486547"/>
            <a:ext cx="834054" cy="230833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71" dirty="0">
                <a:solidFill>
                  <a:schemeClr val="tx1"/>
                </a:solidFill>
              </a:rPr>
              <a:t>Browser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4E736FE-3890-F4DF-00E5-E00484B0A72F}"/>
              </a:ext>
            </a:extLst>
          </p:cNvPr>
          <p:cNvSpPr/>
          <p:nvPr/>
        </p:nvSpPr>
        <p:spPr>
          <a:xfrm>
            <a:off x="8162197" y="2755854"/>
            <a:ext cx="834054" cy="230833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71" dirty="0">
                <a:solidFill>
                  <a:schemeClr val="tx1"/>
                </a:solidFill>
              </a:rPr>
              <a:t>Mobile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8D145B6-8C96-6724-0D29-BBA7738EC71A}"/>
              </a:ext>
            </a:extLst>
          </p:cNvPr>
          <p:cNvSpPr/>
          <p:nvPr/>
        </p:nvSpPr>
        <p:spPr>
          <a:xfrm>
            <a:off x="4969382" y="4973951"/>
            <a:ext cx="834054" cy="230833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SQLite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8F3C2E3-ECB0-FCFE-6247-FAC19C5A5F8A}"/>
              </a:ext>
            </a:extLst>
          </p:cNvPr>
          <p:cNvSpPr/>
          <p:nvPr/>
        </p:nvSpPr>
        <p:spPr>
          <a:xfrm>
            <a:off x="4969382" y="5268798"/>
            <a:ext cx="834054" cy="230833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Vector DB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CA888E8-B192-7CD9-99CA-FB79AE2D3EE7}"/>
              </a:ext>
            </a:extLst>
          </p:cNvPr>
          <p:cNvSpPr/>
          <p:nvPr/>
        </p:nvSpPr>
        <p:spPr>
          <a:xfrm>
            <a:off x="8020967" y="3070955"/>
            <a:ext cx="1070417" cy="405261"/>
          </a:xfrm>
          <a:prstGeom prst="roundRect">
            <a:avLst>
              <a:gd name="adj" fmla="val 1955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71" dirty="0">
                <a:solidFill>
                  <a:schemeClr val="tx1"/>
                </a:solidFill>
              </a:rPr>
              <a:t>Observability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91FE949-5825-A077-AC7E-4990A2D188F6}"/>
              </a:ext>
            </a:extLst>
          </p:cNvPr>
          <p:cNvSpPr/>
          <p:nvPr/>
        </p:nvSpPr>
        <p:spPr>
          <a:xfrm>
            <a:off x="5446170" y="1126387"/>
            <a:ext cx="909911" cy="670501"/>
          </a:xfrm>
          <a:prstGeom prst="roundRect">
            <a:avLst>
              <a:gd name="adj" fmla="val 1805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Supervisior</a:t>
            </a:r>
          </a:p>
          <a:p>
            <a:pPr algn="ctr"/>
            <a:r>
              <a:rPr lang="en-IN" sz="900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C2913EF2-03C2-007E-7187-042118D1767E}"/>
              </a:ext>
            </a:extLst>
          </p:cNvPr>
          <p:cNvSpPr/>
          <p:nvPr/>
        </p:nvSpPr>
        <p:spPr>
          <a:xfrm>
            <a:off x="1180485" y="2289335"/>
            <a:ext cx="564384" cy="176209"/>
          </a:xfrm>
          <a:prstGeom prst="leftRight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BF9382CE-9219-F5F3-53B9-3D03524C6FCB}"/>
              </a:ext>
            </a:extLst>
          </p:cNvPr>
          <p:cNvSpPr/>
          <p:nvPr/>
        </p:nvSpPr>
        <p:spPr>
          <a:xfrm>
            <a:off x="6664605" y="2707371"/>
            <a:ext cx="1350146" cy="201050"/>
          </a:xfrm>
          <a:prstGeom prst="leftRight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2E50D37A-8B30-5B47-4E6C-D7401AEDE56F}"/>
              </a:ext>
            </a:extLst>
          </p:cNvPr>
          <p:cNvSpPr/>
          <p:nvPr/>
        </p:nvSpPr>
        <p:spPr>
          <a:xfrm rot="5400000">
            <a:off x="5150195" y="4444210"/>
            <a:ext cx="514368" cy="212543"/>
          </a:xfrm>
          <a:prstGeom prst="leftRight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770A311-3FA7-8519-2522-7AE0F8DD24B9}"/>
              </a:ext>
            </a:extLst>
          </p:cNvPr>
          <p:cNvSpPr/>
          <p:nvPr/>
        </p:nvSpPr>
        <p:spPr>
          <a:xfrm>
            <a:off x="666851" y="2019565"/>
            <a:ext cx="395296" cy="207749"/>
          </a:xfrm>
          <a:prstGeom prst="roundRect">
            <a:avLst>
              <a:gd name="adj" fmla="val 2874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35" name="Cloud 34">
            <a:extLst>
              <a:ext uri="{FF2B5EF4-FFF2-40B4-BE49-F238E27FC236}">
                <a16:creationId xmlns:a16="http://schemas.microsoft.com/office/drawing/2014/main" id="{5B93E57F-FC55-E762-DB6F-FE51D7A9F6A3}"/>
              </a:ext>
            </a:extLst>
          </p:cNvPr>
          <p:cNvSpPr/>
          <p:nvPr/>
        </p:nvSpPr>
        <p:spPr>
          <a:xfrm>
            <a:off x="1343342" y="2296058"/>
            <a:ext cx="242988" cy="176209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36" name="Arrow: Left-Right 35">
            <a:extLst>
              <a:ext uri="{FF2B5EF4-FFF2-40B4-BE49-F238E27FC236}">
                <a16:creationId xmlns:a16="http://schemas.microsoft.com/office/drawing/2014/main" id="{5540B1E0-8C61-5386-BA05-B8DB7FDF8FF3}"/>
              </a:ext>
            </a:extLst>
          </p:cNvPr>
          <p:cNvSpPr/>
          <p:nvPr/>
        </p:nvSpPr>
        <p:spPr>
          <a:xfrm>
            <a:off x="3293698" y="2559635"/>
            <a:ext cx="547829" cy="202982"/>
          </a:xfrm>
          <a:prstGeom prst="leftRight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37" name="Arrow: Left-Right 36">
            <a:extLst>
              <a:ext uri="{FF2B5EF4-FFF2-40B4-BE49-F238E27FC236}">
                <a16:creationId xmlns:a16="http://schemas.microsoft.com/office/drawing/2014/main" id="{D9498B4C-92B6-A328-5A9F-F7B1D709688C}"/>
              </a:ext>
            </a:extLst>
          </p:cNvPr>
          <p:cNvSpPr/>
          <p:nvPr/>
        </p:nvSpPr>
        <p:spPr>
          <a:xfrm rot="5400000">
            <a:off x="760625" y="2287507"/>
            <a:ext cx="207749" cy="114100"/>
          </a:xfrm>
          <a:prstGeom prst="leftRight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E4DCC52-2D88-DB95-D56E-B783A9871536}"/>
              </a:ext>
            </a:extLst>
          </p:cNvPr>
          <p:cNvSpPr/>
          <p:nvPr/>
        </p:nvSpPr>
        <p:spPr>
          <a:xfrm>
            <a:off x="540236" y="1903781"/>
            <a:ext cx="637690" cy="1002701"/>
          </a:xfrm>
          <a:prstGeom prst="roundRect">
            <a:avLst>
              <a:gd name="adj" fmla="val 4891"/>
            </a:avLst>
          </a:prstGeom>
          <a:noFill/>
          <a:ln w="190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B7562D-E916-F972-328D-ECDE57A90A51}"/>
              </a:ext>
            </a:extLst>
          </p:cNvPr>
          <p:cNvSpPr txBox="1"/>
          <p:nvPr/>
        </p:nvSpPr>
        <p:spPr>
          <a:xfrm>
            <a:off x="666851" y="1774674"/>
            <a:ext cx="51821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dirty="0"/>
              <a:t>FACTORY</a:t>
            </a:r>
          </a:p>
        </p:txBody>
      </p:sp>
      <p:sp>
        <p:nvSpPr>
          <p:cNvPr id="40" name="Arrow: Left-Right 39">
            <a:extLst>
              <a:ext uri="{FF2B5EF4-FFF2-40B4-BE49-F238E27FC236}">
                <a16:creationId xmlns:a16="http://schemas.microsoft.com/office/drawing/2014/main" id="{D7AA074F-0D9F-A869-3AAA-C17F084D1082}"/>
              </a:ext>
            </a:extLst>
          </p:cNvPr>
          <p:cNvSpPr/>
          <p:nvPr/>
        </p:nvSpPr>
        <p:spPr>
          <a:xfrm rot="5400000">
            <a:off x="6027603" y="4450089"/>
            <a:ext cx="514367" cy="200786"/>
          </a:xfrm>
          <a:prstGeom prst="leftRight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B73F4F3-42C8-A008-62A2-FB60ED449D87}"/>
              </a:ext>
            </a:extLst>
          </p:cNvPr>
          <p:cNvSpPr/>
          <p:nvPr/>
        </p:nvSpPr>
        <p:spPr>
          <a:xfrm>
            <a:off x="3859659" y="5538624"/>
            <a:ext cx="839460" cy="244947"/>
          </a:xfrm>
          <a:prstGeom prst="roundRect">
            <a:avLst>
              <a:gd name="adj" fmla="val 3631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 LOCAL LLM</a:t>
            </a:r>
          </a:p>
        </p:txBody>
      </p:sp>
      <p:sp>
        <p:nvSpPr>
          <p:cNvPr id="44" name="Arrow: Left-Right 43">
            <a:extLst>
              <a:ext uri="{FF2B5EF4-FFF2-40B4-BE49-F238E27FC236}">
                <a16:creationId xmlns:a16="http://schemas.microsoft.com/office/drawing/2014/main" id="{27922AAE-6E6A-B014-ED8F-1B9BAFD068FB}"/>
              </a:ext>
            </a:extLst>
          </p:cNvPr>
          <p:cNvSpPr/>
          <p:nvPr/>
        </p:nvSpPr>
        <p:spPr>
          <a:xfrm rot="5400000">
            <a:off x="4022205" y="4444210"/>
            <a:ext cx="514368" cy="212543"/>
          </a:xfrm>
          <a:prstGeom prst="leftRight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45" name="Arrow: Left-Right 44">
            <a:extLst>
              <a:ext uri="{FF2B5EF4-FFF2-40B4-BE49-F238E27FC236}">
                <a16:creationId xmlns:a16="http://schemas.microsoft.com/office/drawing/2014/main" id="{85CB0CE1-7362-F86E-4279-28E4FB5B667C}"/>
              </a:ext>
            </a:extLst>
          </p:cNvPr>
          <p:cNvSpPr/>
          <p:nvPr/>
        </p:nvSpPr>
        <p:spPr>
          <a:xfrm>
            <a:off x="3204263" y="3577138"/>
            <a:ext cx="637264" cy="181248"/>
          </a:xfrm>
          <a:prstGeom prst="leftRight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46" name="Arrow: Left-Right 45">
            <a:extLst>
              <a:ext uri="{FF2B5EF4-FFF2-40B4-BE49-F238E27FC236}">
                <a16:creationId xmlns:a16="http://schemas.microsoft.com/office/drawing/2014/main" id="{30124E23-BE15-E3AF-9657-4D453E89F919}"/>
              </a:ext>
            </a:extLst>
          </p:cNvPr>
          <p:cNvSpPr/>
          <p:nvPr/>
        </p:nvSpPr>
        <p:spPr>
          <a:xfrm rot="5400000">
            <a:off x="4368679" y="1877909"/>
            <a:ext cx="435511" cy="209890"/>
          </a:xfrm>
          <a:prstGeom prst="leftRight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2E0F4A6-5663-6E07-9EF7-EE23AA684996}"/>
              </a:ext>
            </a:extLst>
          </p:cNvPr>
          <p:cNvSpPr/>
          <p:nvPr/>
        </p:nvSpPr>
        <p:spPr>
          <a:xfrm>
            <a:off x="3896964" y="4812094"/>
            <a:ext cx="764850" cy="397790"/>
          </a:xfrm>
          <a:prstGeom prst="roundRect">
            <a:avLst>
              <a:gd name="adj" fmla="val 2590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MCP</a:t>
            </a:r>
          </a:p>
          <a:p>
            <a:pPr algn="ctr"/>
            <a:r>
              <a:rPr lang="en-IN" sz="900" dirty="0">
                <a:solidFill>
                  <a:schemeClr val="tx1"/>
                </a:solidFill>
              </a:rPr>
              <a:t>SERVER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36E729E-9072-DCFB-C390-46514C77CA87}"/>
              </a:ext>
            </a:extLst>
          </p:cNvPr>
          <p:cNvSpPr/>
          <p:nvPr/>
        </p:nvSpPr>
        <p:spPr>
          <a:xfrm>
            <a:off x="2820119" y="4885678"/>
            <a:ext cx="587775" cy="181248"/>
          </a:xfrm>
          <a:prstGeom prst="roundRect">
            <a:avLst>
              <a:gd name="adj" fmla="val 3146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71" dirty="0">
                <a:solidFill>
                  <a:schemeClr val="tx1"/>
                </a:solidFill>
              </a:rPr>
              <a:t> CLOUD LLM</a:t>
            </a:r>
          </a:p>
        </p:txBody>
      </p:sp>
      <p:sp>
        <p:nvSpPr>
          <p:cNvPr id="49" name="Arrow: Left-Right 48">
            <a:extLst>
              <a:ext uri="{FF2B5EF4-FFF2-40B4-BE49-F238E27FC236}">
                <a16:creationId xmlns:a16="http://schemas.microsoft.com/office/drawing/2014/main" id="{2EBD6A30-CBB0-871A-E40B-EA4110FD15DA}"/>
              </a:ext>
            </a:extLst>
          </p:cNvPr>
          <p:cNvSpPr/>
          <p:nvPr/>
        </p:nvSpPr>
        <p:spPr>
          <a:xfrm rot="5400000">
            <a:off x="4117233" y="5270196"/>
            <a:ext cx="324312" cy="212543"/>
          </a:xfrm>
          <a:prstGeom prst="leftRight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50" name="Arrow: Left-Right 49">
            <a:extLst>
              <a:ext uri="{FF2B5EF4-FFF2-40B4-BE49-F238E27FC236}">
                <a16:creationId xmlns:a16="http://schemas.microsoft.com/office/drawing/2014/main" id="{43322F59-E43C-CC4F-4554-B88327F7A8BF}"/>
              </a:ext>
            </a:extLst>
          </p:cNvPr>
          <p:cNvSpPr/>
          <p:nvPr/>
        </p:nvSpPr>
        <p:spPr>
          <a:xfrm>
            <a:off x="3416078" y="4890034"/>
            <a:ext cx="464517" cy="181248"/>
          </a:xfrm>
          <a:prstGeom prst="leftRight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DB28C1D-3E80-C5DD-FCF1-9BB7680EC955}"/>
              </a:ext>
            </a:extLst>
          </p:cNvPr>
          <p:cNvSpPr/>
          <p:nvPr/>
        </p:nvSpPr>
        <p:spPr>
          <a:xfrm>
            <a:off x="2349659" y="3476215"/>
            <a:ext cx="846767" cy="397790"/>
          </a:xfrm>
          <a:prstGeom prst="roundRect">
            <a:avLst>
              <a:gd name="adj" fmla="val 3146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User Query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2B11B2E-9087-42F0-FC9C-26180F076110}"/>
              </a:ext>
            </a:extLst>
          </p:cNvPr>
          <p:cNvSpPr/>
          <p:nvPr/>
        </p:nvSpPr>
        <p:spPr>
          <a:xfrm>
            <a:off x="3469327" y="2485638"/>
            <a:ext cx="126627" cy="1471586"/>
          </a:xfrm>
          <a:prstGeom prst="roundRect">
            <a:avLst>
              <a:gd name="adj" fmla="val 4891"/>
            </a:avLst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7F1045-1A41-4EE4-39AF-6D1AA963BB28}"/>
              </a:ext>
            </a:extLst>
          </p:cNvPr>
          <p:cNvSpPr txBox="1"/>
          <p:nvPr/>
        </p:nvSpPr>
        <p:spPr>
          <a:xfrm>
            <a:off x="3298757" y="2162472"/>
            <a:ext cx="500037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25" dirty="0"/>
              <a:t>System </a:t>
            </a:r>
          </a:p>
          <a:p>
            <a:pPr algn="ctr"/>
            <a:r>
              <a:rPr lang="en-IN" sz="825" dirty="0"/>
              <a:t>Input</a:t>
            </a:r>
          </a:p>
        </p:txBody>
      </p:sp>
      <p:sp>
        <p:nvSpPr>
          <p:cNvPr id="54" name="Arrow: Left-Right 53">
            <a:extLst>
              <a:ext uri="{FF2B5EF4-FFF2-40B4-BE49-F238E27FC236}">
                <a16:creationId xmlns:a16="http://schemas.microsoft.com/office/drawing/2014/main" id="{93FA6E0D-A64B-2295-D5F5-651028188274}"/>
              </a:ext>
            </a:extLst>
          </p:cNvPr>
          <p:cNvSpPr/>
          <p:nvPr/>
        </p:nvSpPr>
        <p:spPr>
          <a:xfrm rot="5400000">
            <a:off x="5660923" y="1896301"/>
            <a:ext cx="435511" cy="209890"/>
          </a:xfrm>
          <a:prstGeom prst="leftRight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55" name="Arrow: Left-Right 54">
            <a:extLst>
              <a:ext uri="{FF2B5EF4-FFF2-40B4-BE49-F238E27FC236}">
                <a16:creationId xmlns:a16="http://schemas.microsoft.com/office/drawing/2014/main" id="{116B1CF9-A45F-F9B7-310B-D51A32CA723B}"/>
              </a:ext>
            </a:extLst>
          </p:cNvPr>
          <p:cNvSpPr/>
          <p:nvPr/>
        </p:nvSpPr>
        <p:spPr>
          <a:xfrm>
            <a:off x="6664604" y="3124311"/>
            <a:ext cx="1350146" cy="201050"/>
          </a:xfrm>
          <a:prstGeom prst="leftRight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253A89E-93CE-73CB-3081-C130B9365840}"/>
              </a:ext>
            </a:extLst>
          </p:cNvPr>
          <p:cNvSpPr/>
          <p:nvPr/>
        </p:nvSpPr>
        <p:spPr>
          <a:xfrm>
            <a:off x="2594748" y="2232958"/>
            <a:ext cx="610437" cy="176426"/>
          </a:xfrm>
          <a:prstGeom prst="roundRect">
            <a:avLst>
              <a:gd name="adj" fmla="val 3146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75" dirty="0">
                <a:solidFill>
                  <a:schemeClr val="tx1"/>
                </a:solidFill>
              </a:rPr>
              <a:t>MQTT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2A6B05A-35AE-144F-2B05-A5D714FE3A3C}"/>
              </a:ext>
            </a:extLst>
          </p:cNvPr>
          <p:cNvSpPr/>
          <p:nvPr/>
        </p:nvSpPr>
        <p:spPr>
          <a:xfrm>
            <a:off x="2593826" y="2460644"/>
            <a:ext cx="610437" cy="176426"/>
          </a:xfrm>
          <a:prstGeom prst="roundRect">
            <a:avLst>
              <a:gd name="adj" fmla="val 3146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75" dirty="0">
                <a:solidFill>
                  <a:schemeClr val="tx1"/>
                </a:solidFill>
              </a:rPr>
              <a:t>Modbus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A2CAA9A-E0DD-22DD-3FC4-30EABF275EB6}"/>
              </a:ext>
            </a:extLst>
          </p:cNvPr>
          <p:cNvSpPr/>
          <p:nvPr/>
        </p:nvSpPr>
        <p:spPr>
          <a:xfrm>
            <a:off x="2593826" y="2688967"/>
            <a:ext cx="610437" cy="176426"/>
          </a:xfrm>
          <a:prstGeom prst="roundRect">
            <a:avLst>
              <a:gd name="adj" fmla="val 3146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75" dirty="0">
                <a:solidFill>
                  <a:schemeClr val="tx1"/>
                </a:solidFill>
              </a:rPr>
              <a:t>REST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02F3318-3FB4-BCC9-F59E-419E0C8BAEF9}"/>
              </a:ext>
            </a:extLst>
          </p:cNvPr>
          <p:cNvSpPr/>
          <p:nvPr/>
        </p:nvSpPr>
        <p:spPr>
          <a:xfrm>
            <a:off x="2593826" y="2920708"/>
            <a:ext cx="610437" cy="176426"/>
          </a:xfrm>
          <a:prstGeom prst="roundRect">
            <a:avLst>
              <a:gd name="adj" fmla="val 3146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75" dirty="0">
                <a:solidFill>
                  <a:schemeClr val="tx1"/>
                </a:solidFill>
              </a:rPr>
              <a:t>BLE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6A00B54-3696-BE8D-43F4-06FBD4E83F83}"/>
              </a:ext>
            </a:extLst>
          </p:cNvPr>
          <p:cNvSpPr/>
          <p:nvPr/>
        </p:nvSpPr>
        <p:spPr>
          <a:xfrm>
            <a:off x="2510396" y="2180190"/>
            <a:ext cx="787530" cy="1171456"/>
          </a:xfrm>
          <a:prstGeom prst="roundRect">
            <a:avLst>
              <a:gd name="adj" fmla="val 709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87FE7A5-98DA-A5D0-96DE-F51DB20304DE}"/>
              </a:ext>
            </a:extLst>
          </p:cNvPr>
          <p:cNvSpPr txBox="1"/>
          <p:nvPr/>
        </p:nvSpPr>
        <p:spPr>
          <a:xfrm>
            <a:off x="2510396" y="1999226"/>
            <a:ext cx="92992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50" dirty="0"/>
              <a:t>Protocol Adaptor</a:t>
            </a:r>
          </a:p>
        </p:txBody>
      </p:sp>
      <p:sp>
        <p:nvSpPr>
          <p:cNvPr id="64" name="Arrow: Left-Right 63">
            <a:extLst>
              <a:ext uri="{FF2B5EF4-FFF2-40B4-BE49-F238E27FC236}">
                <a16:creationId xmlns:a16="http://schemas.microsoft.com/office/drawing/2014/main" id="{D3F7BFD0-E0EF-5E2A-6EE8-A65F390B60DB}"/>
              </a:ext>
            </a:extLst>
          </p:cNvPr>
          <p:cNvSpPr/>
          <p:nvPr/>
        </p:nvSpPr>
        <p:spPr>
          <a:xfrm>
            <a:off x="2323851" y="2297691"/>
            <a:ext cx="179801" cy="107440"/>
          </a:xfrm>
          <a:prstGeom prst="leftRight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FDD9E22-2326-C9E6-3AC7-B5FCA1455E10}"/>
              </a:ext>
            </a:extLst>
          </p:cNvPr>
          <p:cNvSpPr/>
          <p:nvPr/>
        </p:nvSpPr>
        <p:spPr>
          <a:xfrm>
            <a:off x="693962" y="3489731"/>
            <a:ext cx="518211" cy="268655"/>
          </a:xfrm>
          <a:prstGeom prst="roundRect">
            <a:avLst>
              <a:gd name="adj" fmla="val 240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M1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D8C1618-666A-88D1-3630-3520FE992CC7}"/>
              </a:ext>
            </a:extLst>
          </p:cNvPr>
          <p:cNvSpPr/>
          <p:nvPr/>
        </p:nvSpPr>
        <p:spPr>
          <a:xfrm>
            <a:off x="674561" y="3844050"/>
            <a:ext cx="518211" cy="268655"/>
          </a:xfrm>
          <a:prstGeom prst="roundRect">
            <a:avLst>
              <a:gd name="adj" fmla="val 240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M2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B1D40B1-7586-60D4-A636-331179AD8146}"/>
              </a:ext>
            </a:extLst>
          </p:cNvPr>
          <p:cNvSpPr/>
          <p:nvPr/>
        </p:nvSpPr>
        <p:spPr>
          <a:xfrm>
            <a:off x="674561" y="4198369"/>
            <a:ext cx="518211" cy="268655"/>
          </a:xfrm>
          <a:prstGeom prst="roundRect">
            <a:avLst>
              <a:gd name="adj" fmla="val 240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M3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60A6C310-4228-64C8-57D1-B1A3B43099F1}"/>
              </a:ext>
            </a:extLst>
          </p:cNvPr>
          <p:cNvSpPr/>
          <p:nvPr/>
        </p:nvSpPr>
        <p:spPr>
          <a:xfrm>
            <a:off x="674561" y="4561627"/>
            <a:ext cx="518211" cy="268655"/>
          </a:xfrm>
          <a:prstGeom prst="roundRect">
            <a:avLst>
              <a:gd name="adj" fmla="val 240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Mn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8F3B9A83-311F-3A6B-DDA3-3481602BC070}"/>
              </a:ext>
            </a:extLst>
          </p:cNvPr>
          <p:cNvSpPr/>
          <p:nvPr/>
        </p:nvSpPr>
        <p:spPr>
          <a:xfrm>
            <a:off x="1454017" y="3806972"/>
            <a:ext cx="715314" cy="674105"/>
          </a:xfrm>
          <a:prstGeom prst="roundRect">
            <a:avLst>
              <a:gd name="adj" fmla="val 240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Edge Gateway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3F914D4-1FC6-29F1-92A5-674AFE2D1BAE}"/>
              </a:ext>
            </a:extLst>
          </p:cNvPr>
          <p:cNvSpPr txBox="1"/>
          <p:nvPr/>
        </p:nvSpPr>
        <p:spPr>
          <a:xfrm>
            <a:off x="4877749" y="3489731"/>
            <a:ext cx="1017321" cy="611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675" dirty="0">
                <a:solidFill>
                  <a:schemeClr val="bg1">
                    <a:lumMod val="65000"/>
                  </a:schemeClr>
                </a:solidFill>
              </a:rPr>
              <a:t>Responsibilities: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75" dirty="0">
                <a:solidFill>
                  <a:schemeClr val="bg1">
                    <a:lumMod val="65000"/>
                  </a:schemeClr>
                </a:solidFill>
              </a:rPr>
              <a:t>route events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75" dirty="0">
                <a:solidFill>
                  <a:schemeClr val="bg1">
                    <a:lumMod val="65000"/>
                  </a:schemeClr>
                </a:solidFill>
              </a:rPr>
              <a:t>trigger agents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75" dirty="0">
                <a:solidFill>
                  <a:schemeClr val="bg1">
                    <a:lumMod val="65000"/>
                  </a:schemeClr>
                </a:solidFill>
              </a:rPr>
              <a:t>invoke workflows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75" dirty="0">
                <a:solidFill>
                  <a:schemeClr val="bg1">
                    <a:lumMod val="65000"/>
                  </a:schemeClr>
                </a:solidFill>
              </a:rPr>
              <a:t>coordinate modules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B5C39FA-FCA3-0C73-FE48-E1EDE6169BAE}"/>
              </a:ext>
            </a:extLst>
          </p:cNvPr>
          <p:cNvSpPr txBox="1"/>
          <p:nvPr/>
        </p:nvSpPr>
        <p:spPr>
          <a:xfrm>
            <a:off x="6464419" y="1017621"/>
            <a:ext cx="122323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" dirty="0"/>
              <a:t>Fault Detection Agent</a:t>
            </a:r>
            <a:br>
              <a:rPr lang="en-IN" sz="600" dirty="0"/>
            </a:br>
            <a:r>
              <a:rPr lang="en-IN" sz="600" dirty="0"/>
              <a:t>Predictive Maintenance Agent</a:t>
            </a:r>
            <a:br>
              <a:rPr lang="en-IN" sz="600" dirty="0"/>
            </a:br>
            <a:r>
              <a:rPr lang="en-IN" sz="600" dirty="0"/>
              <a:t>Energy Optimization Agent</a:t>
            </a:r>
            <a:br>
              <a:rPr lang="en-IN" sz="600" dirty="0"/>
            </a:br>
            <a:r>
              <a:rPr lang="en-IN" sz="600" dirty="0"/>
              <a:t>Quality Inspection Agent</a:t>
            </a:r>
            <a:br>
              <a:rPr lang="en-IN" sz="600" dirty="0"/>
            </a:br>
            <a:r>
              <a:rPr lang="en-IN" sz="600" dirty="0"/>
              <a:t>Safety Agent</a:t>
            </a:r>
            <a:br>
              <a:rPr lang="en-IN" sz="600" dirty="0"/>
            </a:br>
            <a:r>
              <a:rPr lang="en-IN" sz="600" dirty="0"/>
              <a:t>Production Planning Agent</a:t>
            </a:r>
            <a:br>
              <a:rPr lang="en-IN" sz="600" dirty="0"/>
            </a:br>
            <a:r>
              <a:rPr lang="en-IN" sz="600" dirty="0"/>
              <a:t>Inventory Agent</a:t>
            </a:r>
            <a:br>
              <a:rPr lang="en-IN" sz="600" dirty="0"/>
            </a:br>
            <a:r>
              <a:rPr lang="en-IN" sz="600" dirty="0"/>
              <a:t>Root Cause Analysis Agent</a:t>
            </a:r>
            <a:br>
              <a:rPr lang="en-IN" sz="600" dirty="0"/>
            </a:br>
            <a:r>
              <a:rPr lang="en-IN" sz="600" dirty="0"/>
              <a:t>Vision Agent</a:t>
            </a:r>
            <a:br>
              <a:rPr lang="en-IN" sz="600" dirty="0"/>
            </a:br>
            <a:r>
              <a:rPr lang="en-IN" sz="600" dirty="0"/>
              <a:t>Report Agent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350E281-2B9E-82B8-2BAB-5C5E68698C26}"/>
              </a:ext>
            </a:extLst>
          </p:cNvPr>
          <p:cNvSpPr txBox="1"/>
          <p:nvPr/>
        </p:nvSpPr>
        <p:spPr>
          <a:xfrm>
            <a:off x="1094738" y="5124257"/>
            <a:ext cx="1322066" cy="488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57" dirty="0" err="1"/>
              <a:t>LangGraph</a:t>
            </a:r>
            <a:r>
              <a:rPr lang="en-IN" sz="857" dirty="0"/>
              <a:t> </a:t>
            </a:r>
            <a:r>
              <a:rPr lang="en-IN" sz="857" dirty="0" err="1"/>
              <a:t>CrewAI</a:t>
            </a:r>
            <a:r>
              <a:rPr lang="en-IN" sz="857" dirty="0"/>
              <a:t> Temporal Node-RED Apache Airflow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BFF4C6C-AC4E-7DF5-ADAE-D9C1D538F227}"/>
              </a:ext>
            </a:extLst>
          </p:cNvPr>
          <p:cNvSpPr txBox="1"/>
          <p:nvPr/>
        </p:nvSpPr>
        <p:spPr>
          <a:xfrm>
            <a:off x="2897776" y="5313317"/>
            <a:ext cx="8722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" dirty="0"/>
              <a:t>Cloud AI</a:t>
            </a:r>
            <a:br>
              <a:rPr lang="en-IN" sz="600" dirty="0"/>
            </a:br>
            <a:r>
              <a:rPr lang="en-IN" sz="600" dirty="0"/>
              <a:t>Local AI</a:t>
            </a:r>
            <a:br>
              <a:rPr lang="en-IN" sz="600" dirty="0"/>
            </a:br>
            <a:r>
              <a:rPr lang="en-IN" sz="600" dirty="0"/>
              <a:t>Tiny Edge AI</a:t>
            </a:r>
            <a:br>
              <a:rPr lang="en-IN" sz="600" dirty="0"/>
            </a:br>
            <a:r>
              <a:rPr lang="en-IN" sz="600" dirty="0"/>
              <a:t>Vision AI</a:t>
            </a:r>
            <a:br>
              <a:rPr lang="en-IN" sz="600" dirty="0"/>
            </a:br>
            <a:r>
              <a:rPr lang="en-IN" sz="600" dirty="0"/>
              <a:t>Prediction Models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E7DBF65-D725-DACB-76F1-7A2BB2E44187}"/>
              </a:ext>
            </a:extLst>
          </p:cNvPr>
          <p:cNvSpPr/>
          <p:nvPr/>
        </p:nvSpPr>
        <p:spPr>
          <a:xfrm>
            <a:off x="2598942" y="3134597"/>
            <a:ext cx="610437" cy="176426"/>
          </a:xfrm>
          <a:prstGeom prst="roundRect">
            <a:avLst>
              <a:gd name="adj" fmla="val 3146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75" dirty="0">
                <a:solidFill>
                  <a:schemeClr val="tx1"/>
                </a:solidFill>
              </a:rPr>
              <a:t> OPC-UA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0CB4662-517F-9CB6-3E76-2B274BFA8649}"/>
              </a:ext>
            </a:extLst>
          </p:cNvPr>
          <p:cNvSpPr/>
          <p:nvPr/>
        </p:nvSpPr>
        <p:spPr>
          <a:xfrm>
            <a:off x="8044016" y="3554445"/>
            <a:ext cx="1041153" cy="402780"/>
          </a:xfrm>
          <a:prstGeom prst="roundRect">
            <a:avLst>
              <a:gd name="adj" fmla="val 702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71" dirty="0">
                <a:solidFill>
                  <a:schemeClr val="tx1"/>
                </a:solidFill>
              </a:rPr>
              <a:t>Digital Twin</a:t>
            </a:r>
          </a:p>
        </p:txBody>
      </p:sp>
      <p:sp>
        <p:nvSpPr>
          <p:cNvPr id="82" name="Arrow: Left-Right 81">
            <a:extLst>
              <a:ext uri="{FF2B5EF4-FFF2-40B4-BE49-F238E27FC236}">
                <a16:creationId xmlns:a16="http://schemas.microsoft.com/office/drawing/2014/main" id="{8D0D8B21-BBCB-0C84-2F8A-83B6AD6FB441}"/>
              </a:ext>
            </a:extLst>
          </p:cNvPr>
          <p:cNvSpPr/>
          <p:nvPr/>
        </p:nvSpPr>
        <p:spPr>
          <a:xfrm>
            <a:off x="6664603" y="3608890"/>
            <a:ext cx="1350146" cy="201050"/>
          </a:xfrm>
          <a:prstGeom prst="leftRight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88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42ED320-9E02-7DF3-318A-93DC9BAAC897}"/>
              </a:ext>
            </a:extLst>
          </p:cNvPr>
          <p:cNvSpPr txBox="1"/>
          <p:nvPr/>
        </p:nvSpPr>
        <p:spPr>
          <a:xfrm>
            <a:off x="7803527" y="4398784"/>
            <a:ext cx="823284" cy="751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14" dirty="0"/>
              <a:t>Authentication</a:t>
            </a:r>
            <a:br>
              <a:rPr lang="en-IN" sz="714" dirty="0"/>
            </a:br>
            <a:r>
              <a:rPr lang="en-IN" sz="714" dirty="0"/>
              <a:t>Authorization</a:t>
            </a:r>
            <a:br>
              <a:rPr lang="en-IN" sz="714" dirty="0"/>
            </a:br>
            <a:r>
              <a:rPr lang="en-IN" sz="714" dirty="0"/>
              <a:t>RBAC</a:t>
            </a:r>
            <a:br>
              <a:rPr lang="en-IN" sz="714" dirty="0"/>
            </a:br>
            <a:r>
              <a:rPr lang="en-IN" sz="714" dirty="0"/>
              <a:t>Encryption</a:t>
            </a:r>
            <a:br>
              <a:rPr lang="en-IN" sz="714" dirty="0"/>
            </a:br>
            <a:r>
              <a:rPr lang="en-IN" sz="714" dirty="0"/>
              <a:t>Audit Logs</a:t>
            </a:r>
            <a:br>
              <a:rPr lang="en-IN" sz="714" dirty="0"/>
            </a:br>
            <a:r>
              <a:rPr lang="en-IN" sz="714" dirty="0"/>
              <a:t>Device Identity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539C8B7-99FB-2EDA-7C4D-F696464FCA88}"/>
              </a:ext>
            </a:extLst>
          </p:cNvPr>
          <p:cNvSpPr txBox="1"/>
          <p:nvPr/>
        </p:nvSpPr>
        <p:spPr>
          <a:xfrm>
            <a:off x="8097529" y="3224914"/>
            <a:ext cx="1209890" cy="312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14" dirty="0"/>
              <a:t>Prometheus Grafana Loki </a:t>
            </a:r>
            <a:r>
              <a:rPr lang="en-IN" sz="714" dirty="0" err="1"/>
              <a:t>OpenTelemetry</a:t>
            </a:r>
            <a:endParaRPr lang="en-IN" sz="714" dirty="0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9757B6D-8FC1-716B-8321-03E8A93A1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840" y="1076260"/>
            <a:ext cx="2966771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2521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F958D-9BF7-1F9D-9B4E-5A5FE05CB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7">
            <a:extLst>
              <a:ext uri="{FF2B5EF4-FFF2-40B4-BE49-F238E27FC236}">
                <a16:creationId xmlns:a16="http://schemas.microsoft.com/office/drawing/2014/main" id="{A8640D75-755B-1A63-6266-102997B73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749" y="1427954"/>
            <a:ext cx="2925944" cy="418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020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A6E57-7BB2-9E74-299E-2258F278B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89579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F58F2-0A7C-F556-9F71-B601385E0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147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93736-CFB4-8DEF-9236-DBF2241B0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31552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6657A-2920-14D3-7721-9A8EEFC3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46774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3D7C-159E-6F2F-803E-51B171EFA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2756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A66B8-7F8A-3862-41ED-08636499E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333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9421</TotalTime>
  <Words>295</Words>
  <Application>Microsoft Office PowerPoint</Application>
  <PresentationFormat>A4 Paper (210x297 mm)</PresentationFormat>
  <Paragraphs>127</Paragraphs>
  <Slides>105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0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sudip chakraborty</dc:creator>
  <cp:lastModifiedBy>sudip chakraborty</cp:lastModifiedBy>
  <cp:revision>34</cp:revision>
  <dcterms:created xsi:type="dcterms:W3CDTF">2026-05-21T09:55:15Z</dcterms:created>
  <dcterms:modified xsi:type="dcterms:W3CDTF">2026-06-02T16:54:56Z</dcterms:modified>
</cp:coreProperties>
</file>